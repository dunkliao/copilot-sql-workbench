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2772D6A-1D2F-4051-A41B-B4A11C434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72FE4D9-232B-4740-9E97-4CA5FAB88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51474F1-7AF2-4F9B-8DD2-724BC617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888A4DA-B32E-4FAA-B6C3-86741AEE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449C4D7-EA7E-4CF1-BBF9-1FD488653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7E1C45E-FD05-4F13-9C97-0C05B05A0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0F6C9B0-0471-4CA4-B9C1-8C9F423E9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BFE4960-189A-4CA1-907F-E5795C7EA99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D8D727A-925E-4997-8BA6-90F55EB33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CB69399-DE08-4792-97E1-2486584ED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D839F04-E08A-47CB-A13D-43B5BD69F2AD}"/>
              </a:ext>
            </a:extLst>
          </p:cNvPr>
          <p:cNvSpPr>
            <a:spLocks noGrp="1"/>
          </p:cNvSpPr>
          <p:nvPr/>
        </p:nvSpPr>
        <p:spPr>
          <a:xfrm>
            <a:off x="704850" y="914400"/>
            <a:ext cx="76200" cy="1714500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258946-C9C1-4FA2-B267-A46C777F293D}"/>
              </a:ext>
            </a:extLst>
          </p:cNvPr>
          <p:cNvSpPr>
            <a:spLocks noGrp="1"/>
          </p:cNvSpPr>
          <p:nvPr/>
        </p:nvSpPr>
        <p:spPr>
          <a:xfrm>
            <a:off x="1066800" y="87630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70B7D5"/>
                </a:solidFill>
              </a:defRPr>
            </a:defPPr>
            <a:lvl1pPr>
              <a:defRPr sz="1200" b="1">
                <a:solidFill>
                  <a:srgbClr val="70B7D5"/>
                </a:solidFill>
              </a:defRPr>
            </a:lvl1pPr>
            <a:lvl2pPr>
              <a:defRPr sz="1200" b="1">
                <a:solidFill>
                  <a:srgbClr val="70B7D5"/>
                </a:solidFill>
              </a:defRPr>
            </a:lvl2pPr>
            <a:lvl3pPr>
              <a:defRPr sz="1200" b="1">
                <a:solidFill>
                  <a:srgbClr val="70B7D5"/>
                </a:solidFill>
              </a:defRPr>
            </a:lvl3pPr>
            <a:lvl4pPr>
              <a:defRPr sz="1200" b="1">
                <a:solidFill>
                  <a:srgbClr val="70B7D5"/>
                </a:solidFill>
              </a:defRPr>
            </a:lvl4pPr>
            <a:lvl5pPr>
              <a:defRPr sz="1200" b="1">
                <a:solidFill>
                  <a:srgbClr val="70B7D5"/>
                </a:solidFill>
              </a:defRPr>
            </a:lvl5pPr>
            <a:lvl6pPr>
              <a:defRPr sz="1200" b="1">
                <a:solidFill>
                  <a:srgbClr val="70B7D5"/>
                </a:solidFill>
              </a:defRPr>
            </a:lvl6pPr>
            <a:lvl7pPr>
              <a:defRPr sz="1200" b="1">
                <a:solidFill>
                  <a:srgbClr val="70B7D5"/>
                </a:solidFill>
              </a:defRPr>
            </a:lvl7pPr>
            <a:lvl8pPr>
              <a:defRPr sz="1200" b="1">
                <a:solidFill>
                  <a:srgbClr val="70B7D5"/>
                </a:solidFill>
              </a:defRPr>
            </a:lvl8pPr>
            <a:lvl9pPr>
              <a:defRPr sz="1200" b="1">
                <a:solidFill>
                  <a:srgbClr val="70B7D5"/>
                </a:solidFill>
              </a:defRPr>
            </a:lvl9pPr>
          </a:lstStyle>
          <a:p>
            <a:pPr>
              <a:defRPr sz="1200" b="1">
                <a:solidFill>
                  <a:srgbClr val="70B7D5"/>
                </a:solidFill>
              </a:defRPr>
            </a:pPr>
            <a:r>
              <a:rPr sz="1200" b="1">
                <a:solidFill>
                  <a:srgbClr val="70B7D5"/>
                </a:solidFill>
              </a:rPr>
              <a:t>SQL SPA TOOLS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623BA7-2BA0-451A-8FA4-D30E7BB85357}"/>
              </a:ext>
            </a:extLst>
          </p:cNvPr>
          <p:cNvSpPr>
            <a:spLocks noGrp="1"/>
          </p:cNvSpPr>
          <p:nvPr/>
        </p:nvSpPr>
        <p:spPr>
          <a:xfrm>
            <a:off x="1066800" y="1428750"/>
            <a:ext cx="9810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600" b="1">
                <a:solidFill>
                  <a:srgbClr val="FFFFFF"/>
                </a:solidFill>
              </a:defRPr>
            </a:defPPr>
            <a:lvl1pPr>
              <a:defRPr sz="3600" b="1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  <a:lvl6pPr>
              <a:defRPr sz="3600" b="1">
                <a:solidFill>
                  <a:srgbClr val="FFFFFF"/>
                </a:solidFill>
              </a:defRPr>
            </a:lvl6pPr>
            <a:lvl7pPr>
              <a:defRPr sz="3600" b="1">
                <a:solidFill>
                  <a:srgbClr val="FFFFFF"/>
                </a:solidFill>
              </a:defRPr>
            </a:lvl7pPr>
            <a:lvl8pPr>
              <a:defRPr sz="3600" b="1">
                <a:solidFill>
                  <a:srgbClr val="FFFFFF"/>
                </a:solidFill>
              </a:defRPr>
            </a:lvl8pPr>
            <a:lvl9pPr>
              <a:defRPr sz="3600" b="1">
                <a:solidFill>
                  <a:srgbClr val="FFFFFF"/>
                </a:solidFill>
              </a:defRPr>
            </a:lvl9pPr>
          </a:lstStyle>
          <a:p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用 M365 Copilot 支援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風險 SQL 變更覆核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328FFF-8210-4FE4-AC45-9176B3265DBF}"/>
              </a:ext>
            </a:extLst>
          </p:cNvPr>
          <p:cNvSpPr>
            <a:spLocks noGrp="1"/>
          </p:cNvSpPr>
          <p:nvPr/>
        </p:nvSpPr>
        <p:spPr>
          <a:xfrm>
            <a:off x="1104900" y="33337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F7FAFC"/>
                </a:solidFill>
              </a:defRPr>
            </a:defPPr>
            <a:lvl1pPr>
              <a:defRPr sz="1875" b="0">
                <a:solidFill>
                  <a:srgbClr val="F7FAFC"/>
                </a:solidFill>
              </a:defRPr>
            </a:lvl1pPr>
            <a:lvl2pPr>
              <a:defRPr sz="1875" b="0">
                <a:solidFill>
                  <a:srgbClr val="F7FAFC"/>
                </a:solidFill>
              </a:defRPr>
            </a:lvl2pPr>
            <a:lvl3pPr>
              <a:defRPr sz="1875" b="0">
                <a:solidFill>
                  <a:srgbClr val="F7FAFC"/>
                </a:solidFill>
              </a:defRPr>
            </a:lvl3pPr>
            <a:lvl4pPr>
              <a:defRPr sz="1875" b="0">
                <a:solidFill>
                  <a:srgbClr val="F7FAFC"/>
                </a:solidFill>
              </a:defRPr>
            </a:lvl4pPr>
            <a:lvl5pPr>
              <a:defRPr sz="1875" b="0">
                <a:solidFill>
                  <a:srgbClr val="F7FAFC"/>
                </a:solidFill>
              </a:defRPr>
            </a:lvl5pPr>
            <a:lvl6pPr>
              <a:defRPr sz="1875" b="0">
                <a:solidFill>
                  <a:srgbClr val="F7FAFC"/>
                </a:solidFill>
              </a:defRPr>
            </a:lvl6pPr>
            <a:lvl7pPr>
              <a:defRPr sz="1875" b="0">
                <a:solidFill>
                  <a:srgbClr val="F7FAFC"/>
                </a:solidFill>
              </a:defRPr>
            </a:lvl7pPr>
            <a:lvl8pPr>
              <a:defRPr sz="1875" b="0">
                <a:solidFill>
                  <a:srgbClr val="F7FAFC"/>
                </a:solidFill>
              </a:defRPr>
            </a:lvl8pPr>
            <a:lvl9pPr>
              <a:defRPr sz="1875" b="0">
                <a:solidFill>
                  <a:srgbClr val="F7FAFC"/>
                </a:solidFill>
              </a:defRPr>
            </a:lvl9pPr>
          </a:lstStyle>
          <a:p>
            <a:pPr>
              <a:defRPr sz="1875" b="0">
                <a:solidFill>
                  <a:srgbClr val="F7FAFC"/>
                </a:solidFill>
              </a:defRPr>
            </a:pPr>
            <a:r>
              <a:rPr sz="1875" b="0">
                <a:solidFill>
                  <a:srgbClr val="F7FAFC"/>
                </a:solidFill>
              </a:rPr>
              <a:t>以本機欄位血緣追蹤風險分群及報表影響，Copilot 協助整理覆核摘要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A7CC3B-2DEF-4A54-92EE-8FC1D8D76C1B}"/>
              </a:ext>
            </a:extLst>
          </p:cNvPr>
          <p:cNvSpPr>
            <a:spLocks noGrp="1"/>
          </p:cNvSpPr>
          <p:nvPr/>
        </p:nvSpPr>
        <p:spPr>
          <a:xfrm>
            <a:off x="1066800" y="4476750"/>
            <a:ext cx="8382000" cy="19050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097F04-AEBC-4496-83F2-7CE51D4D5E12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7FAFC"/>
                </a:solidFill>
              </a:defRPr>
            </a:defPPr>
            <a:lvl1pPr>
              <a:defRPr sz="1200" b="0">
                <a:solidFill>
                  <a:srgbClr val="F7FAFC"/>
                </a:solidFill>
              </a:defRPr>
            </a:lvl1pPr>
            <a:lvl2pPr>
              <a:defRPr sz="1200" b="0">
                <a:solidFill>
                  <a:srgbClr val="F7FAFC"/>
                </a:solidFill>
              </a:defRPr>
            </a:lvl2pPr>
            <a:lvl3pPr>
              <a:defRPr sz="1200" b="0">
                <a:solidFill>
                  <a:srgbClr val="F7FAFC"/>
                </a:solidFill>
              </a:defRPr>
            </a:lvl3pPr>
            <a:lvl4pPr>
              <a:defRPr sz="1200" b="0">
                <a:solidFill>
                  <a:srgbClr val="F7FAFC"/>
                </a:solidFill>
              </a:defRPr>
            </a:lvl4pPr>
            <a:lvl5pPr>
              <a:defRPr sz="1200" b="0">
                <a:solidFill>
                  <a:srgbClr val="F7FAFC"/>
                </a:solidFill>
              </a:defRPr>
            </a:lvl5pPr>
            <a:lvl6pPr>
              <a:defRPr sz="1200" b="0">
                <a:solidFill>
                  <a:srgbClr val="F7FAFC"/>
                </a:solidFill>
              </a:defRPr>
            </a:lvl6pPr>
            <a:lvl7pPr>
              <a:defRPr sz="1200" b="0">
                <a:solidFill>
                  <a:srgbClr val="F7FAFC"/>
                </a:solidFill>
              </a:defRPr>
            </a:lvl7pPr>
            <a:lvl8pPr>
              <a:defRPr sz="1200" b="0">
                <a:solidFill>
                  <a:srgbClr val="F7FAFC"/>
                </a:solidFill>
              </a:defRPr>
            </a:lvl8pPr>
            <a:lvl9pPr>
              <a:defRPr sz="1200" b="0">
                <a:solidFill>
                  <a:srgbClr val="F7FAFC"/>
                </a:solidFill>
              </a:defRPr>
            </a:lvl9pPr>
          </a:lstStyle>
          <a:p>
            <a:pPr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鎖頭銀行風險管理部 Dunk  |  2026.10.22—12.24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D5425D-5DDA-459D-A3E3-04BC2657F267}"/>
              </a:ext>
            </a:extLst>
          </p:cNvPr>
          <p:cNvSpPr>
            <a:spLocks noGrp="1"/>
          </p:cNvSpPr>
          <p:nvPr/>
        </p:nvSpPr>
        <p:spPr>
          <a:xfrm>
            <a:off x="1104900" y="520065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70B7D5"/>
                </a:solidFill>
              </a:defRPr>
            </a:defPPr>
            <a:lvl1pPr>
              <a:defRPr sz="1200" b="1">
                <a:solidFill>
                  <a:srgbClr val="70B7D5"/>
                </a:solidFill>
              </a:defRPr>
            </a:lvl1pPr>
            <a:lvl2pPr>
              <a:defRPr sz="1200" b="1">
                <a:solidFill>
                  <a:srgbClr val="70B7D5"/>
                </a:solidFill>
              </a:defRPr>
            </a:lvl2pPr>
            <a:lvl3pPr>
              <a:defRPr sz="1200" b="1">
                <a:solidFill>
                  <a:srgbClr val="70B7D5"/>
                </a:solidFill>
              </a:defRPr>
            </a:lvl3pPr>
            <a:lvl4pPr>
              <a:defRPr sz="1200" b="1">
                <a:solidFill>
                  <a:srgbClr val="70B7D5"/>
                </a:solidFill>
              </a:defRPr>
            </a:lvl4pPr>
            <a:lvl5pPr>
              <a:defRPr sz="1200" b="1">
                <a:solidFill>
                  <a:srgbClr val="70B7D5"/>
                </a:solidFill>
              </a:defRPr>
            </a:lvl5pPr>
            <a:lvl6pPr>
              <a:defRPr sz="1200" b="1">
                <a:solidFill>
                  <a:srgbClr val="70B7D5"/>
                </a:solidFill>
              </a:defRPr>
            </a:lvl6pPr>
            <a:lvl7pPr>
              <a:defRPr sz="1200" b="1">
                <a:solidFill>
                  <a:srgbClr val="70B7D5"/>
                </a:solidFill>
              </a:defRPr>
            </a:lvl7pPr>
            <a:lvl8pPr>
              <a:defRPr sz="1200" b="1">
                <a:solidFill>
                  <a:srgbClr val="70B7D5"/>
                </a:solidFill>
              </a:defRPr>
            </a:lvl8pPr>
            <a:lvl9pPr>
              <a:defRPr sz="1200" b="1">
                <a:solidFill>
                  <a:srgbClr val="70B7D5"/>
                </a:solidFill>
              </a:defRPr>
            </a:lvl9pPr>
          </a:lstStyle>
          <a:p>
            <a:pPr>
              <a:defRPr sz="1200" b="1">
                <a:solidFill>
                  <a:srgbClr val="70B7D5"/>
                </a:solidFill>
              </a:defRPr>
            </a:pPr>
            <a:r>
              <a:rPr sz="1200" b="1">
                <a:solidFill>
                  <a:srgbClr val="70B7D5"/>
                </a:solidFill>
              </a:rPr>
              <a:t>原型範圍：合成資料、使用者確認、風險管理覆核者覆核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B0A8B6-15C8-41B1-84E4-1EA7DE7DD6A1}"/>
              </a:ext>
            </a:extLst>
          </p:cNvPr>
          <p:cNvSpPr>
            <a:spLocks noGrp="1"/>
          </p:cNvSpPr>
          <p:nvPr/>
        </p:nvSpPr>
        <p:spPr>
          <a:xfrm>
            <a:off x="10668000" y="62103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F7FAFC"/>
                </a:solidFill>
              </a:defRPr>
            </a:defPPr>
            <a:lvl1pPr>
              <a:defRPr sz="1050" b="0">
                <a:solidFill>
                  <a:srgbClr val="F7FAFC"/>
                </a:solidFill>
              </a:defRPr>
            </a:lvl1pPr>
            <a:lvl2pPr>
              <a:defRPr sz="1050" b="0">
                <a:solidFill>
                  <a:srgbClr val="F7FAFC"/>
                </a:solidFill>
              </a:defRPr>
            </a:lvl2pPr>
            <a:lvl3pPr>
              <a:defRPr sz="1050" b="0">
                <a:solidFill>
                  <a:srgbClr val="F7FAFC"/>
                </a:solidFill>
              </a:defRPr>
            </a:lvl3pPr>
            <a:lvl4pPr>
              <a:defRPr sz="1050" b="0">
                <a:solidFill>
                  <a:srgbClr val="F7FAFC"/>
                </a:solidFill>
              </a:defRPr>
            </a:lvl4pPr>
            <a:lvl5pPr>
              <a:defRPr sz="1050" b="0">
                <a:solidFill>
                  <a:srgbClr val="F7FAFC"/>
                </a:solidFill>
              </a:defRPr>
            </a:lvl5pPr>
            <a:lvl6pPr>
              <a:defRPr sz="1050" b="0">
                <a:solidFill>
                  <a:srgbClr val="F7FAFC"/>
                </a:solidFill>
              </a:defRPr>
            </a:lvl6pPr>
            <a:lvl7pPr>
              <a:defRPr sz="1050" b="0">
                <a:solidFill>
                  <a:srgbClr val="F7FAFC"/>
                </a:solidFill>
              </a:defRPr>
            </a:lvl7pPr>
            <a:lvl8pPr>
              <a:defRPr sz="1050" b="0">
                <a:solidFill>
                  <a:srgbClr val="F7FAFC"/>
                </a:solidFill>
              </a:defRPr>
            </a:lvl8pPr>
            <a:lvl9pPr>
              <a:defRPr sz="1050" b="0">
                <a:solidFill>
                  <a:srgbClr val="F7FAFC"/>
                </a:solidFill>
              </a:defRPr>
            </a:lvl9pPr>
          </a:lstStyle>
          <a:p>
            <a:pPr>
              <a:defRPr sz="1050" b="0">
                <a:solidFill>
                  <a:srgbClr val="F7FAFC"/>
                </a:solidFill>
              </a:defRPr>
            </a:pPr>
            <a:r>
              <a:rPr sz="1050" b="0">
                <a:solidFill>
                  <a:srgbClr val="F7FAF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348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B95EAD64-A932-4B62-99C7-52649F8E167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202A33"/>
                </a:solidFill>
              </a:defRPr>
            </a:defPPr>
            <a:lvl1pPr>
              <a:defRPr sz="1125" b="1">
                <a:solidFill>
                  <a:srgbClr val="202A33"/>
                </a:solidFill>
              </a:defRPr>
            </a:lvl1pPr>
            <a:lvl2pPr>
              <a:defRPr sz="1125" b="1">
                <a:solidFill>
                  <a:srgbClr val="202A33"/>
                </a:solidFill>
              </a:defRPr>
            </a:lvl2pPr>
            <a:lvl3pPr>
              <a:defRPr sz="1125" b="1">
                <a:solidFill>
                  <a:srgbClr val="202A33"/>
                </a:solidFill>
              </a:defRPr>
            </a:lvl3pPr>
            <a:lvl4pPr>
              <a:defRPr sz="1125" b="1">
                <a:solidFill>
                  <a:srgbClr val="202A33"/>
                </a:solidFill>
              </a:defRPr>
            </a:lvl4pPr>
            <a:lvl5pPr>
              <a:defRPr sz="1125" b="1">
                <a:solidFill>
                  <a:srgbClr val="202A33"/>
                </a:solidFill>
              </a:defRPr>
            </a:lvl5pPr>
            <a:lvl6pPr>
              <a:defRPr sz="1125" b="1">
                <a:solidFill>
                  <a:srgbClr val="202A33"/>
                </a:solidFill>
              </a:defRPr>
            </a:lvl6pPr>
            <a:lvl7pPr>
              <a:defRPr sz="1125" b="1">
                <a:solidFill>
                  <a:srgbClr val="202A33"/>
                </a:solidFill>
              </a:defRPr>
            </a:lvl7pPr>
            <a:lvl8pPr>
              <a:defRPr sz="1125" b="1">
                <a:solidFill>
                  <a:srgbClr val="202A33"/>
                </a:solidFill>
              </a:defRPr>
            </a:lvl8pPr>
            <a:lvl9pPr>
              <a:defRPr sz="1125" b="1">
                <a:solidFill>
                  <a:srgbClr val="202A33"/>
                </a:solidFill>
              </a:defRPr>
            </a:lvl9pPr>
          </a:lstStyle>
          <a:p>
            <a:pPr>
              <a:defRPr sz="1125" b="1">
                <a:solidFill>
                  <a:srgbClr val="202A33"/>
                </a:solidFill>
              </a:defRPr>
            </a:pPr>
            <a:r>
              <a:rPr sz="1125" b="1">
                <a:solidFill>
                  <a:srgbClr val="202A33"/>
                </a:solidFill>
              </a:rPr>
              <a:t>SQL SPA TOOLS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2884C5-F7AF-48D3-A2A3-54877D8FFC90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87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02A33"/>
                </a:solidFill>
              </a:defRPr>
            </a:defPPr>
            <a:lvl1pPr>
              <a:defRPr sz="2850" b="1">
                <a:solidFill>
                  <a:srgbClr val="202A33"/>
                </a:solidFill>
              </a:defRPr>
            </a:lvl1pPr>
            <a:lvl2pPr>
              <a:defRPr sz="2850" b="1">
                <a:solidFill>
                  <a:srgbClr val="202A33"/>
                </a:solidFill>
              </a:defRPr>
            </a:lvl2pPr>
            <a:lvl3pPr>
              <a:defRPr sz="2850" b="1">
                <a:solidFill>
                  <a:srgbClr val="202A33"/>
                </a:solidFill>
              </a:defRPr>
            </a:lvl3pPr>
            <a:lvl4pPr>
              <a:defRPr sz="2850" b="1">
                <a:solidFill>
                  <a:srgbClr val="202A33"/>
                </a:solidFill>
              </a:defRPr>
            </a:lvl4pPr>
            <a:lvl5pPr>
              <a:defRPr sz="2850" b="1">
                <a:solidFill>
                  <a:srgbClr val="202A33"/>
                </a:solidFill>
              </a:defRPr>
            </a:lvl5pPr>
            <a:lvl6pPr>
              <a:defRPr sz="2850" b="1">
                <a:solidFill>
                  <a:srgbClr val="202A33"/>
                </a:solidFill>
              </a:defRPr>
            </a:lvl6pPr>
            <a:lvl7pPr>
              <a:defRPr sz="2850" b="1">
                <a:solidFill>
                  <a:srgbClr val="202A33"/>
                </a:solidFill>
              </a:defRPr>
            </a:lvl7pPr>
            <a:lvl8pPr>
              <a:defRPr sz="2850" b="1">
                <a:solidFill>
                  <a:srgbClr val="202A33"/>
                </a:solidFill>
              </a:defRPr>
            </a:lvl8pPr>
            <a:lvl9pPr>
              <a:defRPr sz="2850" b="1">
                <a:solidFill>
                  <a:srgbClr val="202A33"/>
                </a:solidFill>
              </a:defRPr>
            </a:lvl9pPr>
          </a:lstStyle>
          <a:p>
            <a:pPr>
              <a:defRPr sz="2850" b="1">
                <a:solidFill>
                  <a:srgbClr val="202A33"/>
                </a:solidFill>
              </a:defRPr>
            </a:pPr>
            <a:r>
              <a:rPr sz="2850" b="1">
                <a:solidFill>
                  <a:srgbClr val="202A33"/>
                </a:solidFill>
              </a:rPr>
              <a:t>風險 SQL 變更影響需要清楚且可回查的證據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FD6B4C-16E5-489C-AB3E-F1C5AD097CA4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28575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184F80-7153-4F26-9FAA-481D377C6C29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1087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9656E"/>
                </a:solidFill>
              </a:defRPr>
            </a:defPPr>
            <a:lvl1pPr>
              <a:defRPr sz="900" b="0">
                <a:solidFill>
                  <a:srgbClr val="59656E"/>
                </a:solidFill>
              </a:defRPr>
            </a:lvl1pPr>
            <a:lvl2pPr>
              <a:defRPr sz="900" b="0">
                <a:solidFill>
                  <a:srgbClr val="59656E"/>
                </a:solidFill>
              </a:defRPr>
            </a:lvl2pPr>
            <a:lvl3pPr>
              <a:defRPr sz="900" b="0">
                <a:solidFill>
                  <a:srgbClr val="59656E"/>
                </a:solidFill>
              </a:defRPr>
            </a:lvl3pPr>
            <a:lvl4pPr>
              <a:defRPr sz="900" b="0">
                <a:solidFill>
                  <a:srgbClr val="59656E"/>
                </a:solidFill>
              </a:defRPr>
            </a:lvl4pPr>
            <a:lvl5pPr>
              <a:defRPr sz="900" b="0">
                <a:solidFill>
                  <a:srgbClr val="59656E"/>
                </a:solidFill>
              </a:defRPr>
            </a:lvl5pPr>
            <a:lvl6pPr>
              <a:defRPr sz="900" b="0">
                <a:solidFill>
                  <a:srgbClr val="59656E"/>
                </a:solidFill>
              </a:defRPr>
            </a:lvl6pPr>
            <a:lvl7pPr>
              <a:defRPr sz="900" b="0">
                <a:solidFill>
                  <a:srgbClr val="59656E"/>
                </a:solidFill>
              </a:defRPr>
            </a:lvl7pPr>
            <a:lvl8pPr>
              <a:defRPr sz="900" b="0">
                <a:solidFill>
                  <a:srgbClr val="59656E"/>
                </a:solidFill>
              </a:defRPr>
            </a:lvl8pPr>
            <a:lvl9pPr>
              <a:defRPr sz="900" b="0">
                <a:solidFill>
                  <a:srgbClr val="59656E"/>
                </a:solidFill>
              </a:defRPr>
            </a:lvl9pPr>
          </a:lstStyle>
          <a:p>
            <a:pPr>
              <a:defRPr sz="900" b="0">
                <a:solidFill>
                  <a:srgbClr val="59656E"/>
                </a:solidFill>
              </a:defRPr>
            </a:pPr>
            <a:r>
              <a:rPr sz="900" b="0">
                <a:solidFill>
                  <a:srgbClr val="59656E"/>
                </a:solidFill>
              </a:rPr>
              <a:t>鎖頭銀行 M365 COPILOT 黑客松  •  2026.10  |  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4F91FF-3C23-4D12-B2B2-08ABE5351FA4}"/>
              </a:ext>
            </a:extLst>
          </p:cNvPr>
          <p:cNvSpPr>
            <a:spLocks noGrp="1"/>
          </p:cNvSpPr>
          <p:nvPr/>
        </p:nvSpPr>
        <p:spPr>
          <a:xfrm>
            <a:off x="647700" y="16192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5323C"/>
                </a:solidFill>
              </a:defRPr>
            </a:defPPr>
            <a:lvl1pPr>
              <a:defRPr sz="1950" b="1">
                <a:solidFill>
                  <a:srgbClr val="25323C"/>
                </a:solidFill>
              </a:defRPr>
            </a:lvl1pPr>
            <a:lvl2pPr>
              <a:defRPr sz="1950" b="1">
                <a:solidFill>
                  <a:srgbClr val="25323C"/>
                </a:solidFill>
              </a:defRPr>
            </a:lvl2pPr>
            <a:lvl3pPr>
              <a:defRPr sz="1950" b="1">
                <a:solidFill>
                  <a:srgbClr val="25323C"/>
                </a:solidFill>
              </a:defRPr>
            </a:lvl3pPr>
            <a:lvl4pPr>
              <a:defRPr sz="1950" b="1">
                <a:solidFill>
                  <a:srgbClr val="25323C"/>
                </a:solidFill>
              </a:defRPr>
            </a:lvl4pPr>
            <a:lvl5pPr>
              <a:defRPr sz="1950" b="1">
                <a:solidFill>
                  <a:srgbClr val="25323C"/>
                </a:solidFill>
              </a:defRPr>
            </a:lvl5pPr>
            <a:lvl6pPr>
              <a:defRPr sz="1950" b="1">
                <a:solidFill>
                  <a:srgbClr val="25323C"/>
                </a:solidFill>
              </a:defRPr>
            </a:lvl6pPr>
            <a:lvl7pPr>
              <a:defRPr sz="1950" b="1">
                <a:solidFill>
                  <a:srgbClr val="25323C"/>
                </a:solidFill>
              </a:defRPr>
            </a:lvl7pPr>
            <a:lvl8pPr>
              <a:defRPr sz="1950" b="1">
                <a:solidFill>
                  <a:srgbClr val="25323C"/>
                </a:solidFill>
              </a:defRPr>
            </a:lvl8pPr>
            <a:lvl9pPr>
              <a:defRPr sz="1950" b="1">
                <a:solidFill>
                  <a:srgbClr val="25323C"/>
                </a:solidFill>
              </a:defRPr>
            </a:lvl9pPr>
          </a:lstStyle>
          <a:p>
            <a:pPr>
              <a:defRPr sz="1950" b="1">
                <a:solidFill>
                  <a:srgbClr val="25323C"/>
                </a:solidFill>
              </a:defRPr>
            </a:pPr>
            <a:r>
              <a:rPr sz="1950" b="1">
                <a:solidFill>
                  <a:srgbClr val="25323C"/>
                </a:solidFill>
              </a:rPr>
              <a:t>風險管理覆核者需要看懂欄位變更如何連到風險分群與報表。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F1FFA7-F341-44F4-AB59-8420BB5AD346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57150" cy="419100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92AEFF-5136-43E3-8930-46DDE3C509EA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定位變更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897065-6090-41CF-8CAC-F50151EEC4BD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1771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59656E"/>
                </a:solidFill>
              </a:defRPr>
            </a:defPPr>
            <a:lvl1pPr>
              <a:defRPr sz="1350" b="0">
                <a:solidFill>
                  <a:srgbClr val="59656E"/>
                </a:solidFill>
              </a:defRPr>
            </a:lvl1pPr>
            <a:lvl2pPr>
              <a:defRPr sz="1350" b="0">
                <a:solidFill>
                  <a:srgbClr val="59656E"/>
                </a:solidFill>
              </a:defRPr>
            </a:lvl2pPr>
            <a:lvl3pPr>
              <a:defRPr sz="1350" b="0">
                <a:solidFill>
                  <a:srgbClr val="59656E"/>
                </a:solidFill>
              </a:defRPr>
            </a:lvl3pPr>
            <a:lvl4pPr>
              <a:defRPr sz="1350" b="0">
                <a:solidFill>
                  <a:srgbClr val="59656E"/>
                </a:solidFill>
              </a:defRPr>
            </a:lvl4pPr>
            <a:lvl5pPr>
              <a:defRPr sz="1350" b="0">
                <a:solidFill>
                  <a:srgbClr val="59656E"/>
                </a:solidFill>
              </a:defRPr>
            </a:lvl5pPr>
            <a:lvl6pPr>
              <a:defRPr sz="1350" b="0">
                <a:solidFill>
                  <a:srgbClr val="59656E"/>
                </a:solidFill>
              </a:defRPr>
            </a:lvl6pPr>
            <a:lvl7pPr>
              <a:defRPr sz="1350" b="0">
                <a:solidFill>
                  <a:srgbClr val="59656E"/>
                </a:solidFill>
              </a:defRPr>
            </a:lvl7pPr>
            <a:lvl8pPr>
              <a:defRPr sz="1350" b="0">
                <a:solidFill>
                  <a:srgbClr val="59656E"/>
                </a:solidFill>
              </a:defRPr>
            </a:lvl8pPr>
            <a:lvl9pPr>
              <a:defRPr sz="1350" b="0">
                <a:solidFill>
                  <a:srgbClr val="59656E"/>
                </a:solidFill>
              </a:defRPr>
            </a:lvl9pPr>
          </a:lstStyle>
          <a:p>
            <a:pPr>
              <a:defRPr sz="1350" b="0">
                <a:solidFill>
                  <a:srgbClr val="59656E"/>
                </a:solidFill>
              </a:defRPr>
            </a:pPr>
            <a:r>
              <a:rPr sz="1350" b="0">
                <a:solidFill>
                  <a:srgbClr val="59656E"/>
                </a:solidFill>
              </a:rPr>
              <a:t>前後版本</a:t>
            </a:r>
          </a:p>
          <a:p>
            <a:pPr>
              <a:defRPr sz="1350" b="0">
                <a:solidFill>
                  <a:srgbClr val="59656E"/>
                </a:solidFill>
              </a:defRPr>
            </a:pPr>
            <a:r>
              <a:rPr sz="1350" b="0">
                <a:solidFill>
                  <a:srgbClr val="59656E"/>
                </a:solidFill>
              </a:rPr>
              <a:t>差異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A57935-979C-469E-8710-AE0F6F4D001E}"/>
              </a:ext>
            </a:extLst>
          </p:cNvPr>
          <p:cNvSpPr>
            <a:spLocks noGrp="1"/>
          </p:cNvSpPr>
          <p:nvPr/>
        </p:nvSpPr>
        <p:spPr>
          <a:xfrm>
            <a:off x="2676525" y="25908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985FDF-5CEB-4E11-962F-E65C3209443F}"/>
              </a:ext>
            </a:extLst>
          </p:cNvPr>
          <p:cNvSpPr>
            <a:spLocks noGrp="1"/>
          </p:cNvSpPr>
          <p:nvPr/>
        </p:nvSpPr>
        <p:spPr>
          <a:xfrm>
            <a:off x="3028950" y="2495550"/>
            <a:ext cx="57150" cy="419100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A62C33-CA2C-4162-B71E-107A4431489C}"/>
              </a:ext>
            </a:extLst>
          </p:cNvPr>
          <p:cNvSpPr>
            <a:spLocks noGrp="1"/>
          </p:cNvSpPr>
          <p:nvPr/>
        </p:nvSpPr>
        <p:spPr>
          <a:xfrm>
            <a:off x="3181350" y="238125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搜尋腳本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106F04-7853-46D4-B6D0-A407405BB826}"/>
              </a:ext>
            </a:extLst>
          </p:cNvPr>
          <p:cNvSpPr>
            <a:spLocks noGrp="1"/>
          </p:cNvSpPr>
          <p:nvPr/>
        </p:nvSpPr>
        <p:spPr>
          <a:xfrm>
            <a:off x="3181350" y="2857500"/>
            <a:ext cx="1771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59656E"/>
                </a:solidFill>
              </a:defRPr>
            </a:defPPr>
            <a:lvl1pPr>
              <a:defRPr sz="1350" b="0">
                <a:solidFill>
                  <a:srgbClr val="59656E"/>
                </a:solidFill>
              </a:defRPr>
            </a:lvl1pPr>
            <a:lvl2pPr>
              <a:defRPr sz="1350" b="0">
                <a:solidFill>
                  <a:srgbClr val="59656E"/>
                </a:solidFill>
              </a:defRPr>
            </a:lvl2pPr>
            <a:lvl3pPr>
              <a:defRPr sz="1350" b="0">
                <a:solidFill>
                  <a:srgbClr val="59656E"/>
                </a:solidFill>
              </a:defRPr>
            </a:lvl3pPr>
            <a:lvl4pPr>
              <a:defRPr sz="1350" b="0">
                <a:solidFill>
                  <a:srgbClr val="59656E"/>
                </a:solidFill>
              </a:defRPr>
            </a:lvl4pPr>
            <a:lvl5pPr>
              <a:defRPr sz="1350" b="0">
                <a:solidFill>
                  <a:srgbClr val="59656E"/>
                </a:solidFill>
              </a:defRPr>
            </a:lvl5pPr>
            <a:lvl6pPr>
              <a:defRPr sz="1350" b="0">
                <a:solidFill>
                  <a:srgbClr val="59656E"/>
                </a:solidFill>
              </a:defRPr>
            </a:lvl6pPr>
            <a:lvl7pPr>
              <a:defRPr sz="1350" b="0">
                <a:solidFill>
                  <a:srgbClr val="59656E"/>
                </a:solidFill>
              </a:defRPr>
            </a:lvl7pPr>
            <a:lvl8pPr>
              <a:defRPr sz="1350" b="0">
                <a:solidFill>
                  <a:srgbClr val="59656E"/>
                </a:solidFill>
              </a:defRPr>
            </a:lvl8pPr>
            <a:lvl9pPr>
              <a:defRPr sz="1350" b="0">
                <a:solidFill>
                  <a:srgbClr val="59656E"/>
                </a:solidFill>
              </a:defRPr>
            </a:lvl9pPr>
          </a:lstStyle>
          <a:p>
            <a:pPr>
              <a:defRPr sz="1350" b="0">
                <a:solidFill>
                  <a:srgbClr val="59656E"/>
                </a:solidFill>
              </a:defRPr>
            </a:pPr>
            <a:r>
              <a:rPr sz="1350" b="0">
                <a:solidFill>
                  <a:srgbClr val="59656E"/>
                </a:solidFill>
              </a:rPr>
              <a:t>跨檔案</a:t>
            </a:r>
          </a:p>
          <a:p>
            <a:pPr>
              <a:defRPr sz="1350" b="0">
                <a:solidFill>
                  <a:srgbClr val="59656E"/>
                </a:solidFill>
              </a:defRPr>
            </a:pPr>
            <a:r>
              <a:rPr sz="1350" b="0">
                <a:solidFill>
                  <a:srgbClr val="59656E"/>
                </a:solidFill>
              </a:rPr>
              <a:t>找引用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923E1A-2A5A-40FA-B1B8-2F53686414B9}"/>
              </a:ext>
            </a:extLst>
          </p:cNvPr>
          <p:cNvSpPr>
            <a:spLocks noGrp="1"/>
          </p:cNvSpPr>
          <p:nvPr/>
        </p:nvSpPr>
        <p:spPr>
          <a:xfrm>
            <a:off x="4981575" y="25908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D7BFA3-9206-4A33-8D96-95FC2E2B2549}"/>
              </a:ext>
            </a:extLst>
          </p:cNvPr>
          <p:cNvSpPr>
            <a:spLocks noGrp="1"/>
          </p:cNvSpPr>
          <p:nvPr/>
        </p:nvSpPr>
        <p:spPr>
          <a:xfrm>
            <a:off x="5334000" y="2495550"/>
            <a:ext cx="57150" cy="419100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EC3E204-2E3B-4A2C-8766-0A5DAF8BDDCB}"/>
              </a:ext>
            </a:extLst>
          </p:cNvPr>
          <p:cNvSpPr>
            <a:spLocks noGrp="1"/>
          </p:cNvSpPr>
          <p:nvPr/>
        </p:nvSpPr>
        <p:spPr>
          <a:xfrm>
            <a:off x="5486400" y="238125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追蹤欄位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31245C-1AA6-4970-A3B6-643DEF4821A2}"/>
              </a:ext>
            </a:extLst>
          </p:cNvPr>
          <p:cNvSpPr>
            <a:spLocks noGrp="1"/>
          </p:cNvSpPr>
          <p:nvPr/>
        </p:nvSpPr>
        <p:spPr>
          <a:xfrm>
            <a:off x="5486400" y="2857500"/>
            <a:ext cx="1771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59656E"/>
                </a:solidFill>
              </a:defRPr>
            </a:defPPr>
            <a:lvl1pPr>
              <a:defRPr sz="1350" b="0">
                <a:solidFill>
                  <a:srgbClr val="59656E"/>
                </a:solidFill>
              </a:defRPr>
            </a:lvl1pPr>
            <a:lvl2pPr>
              <a:defRPr sz="1350" b="0">
                <a:solidFill>
                  <a:srgbClr val="59656E"/>
                </a:solidFill>
              </a:defRPr>
            </a:lvl2pPr>
            <a:lvl3pPr>
              <a:defRPr sz="1350" b="0">
                <a:solidFill>
                  <a:srgbClr val="59656E"/>
                </a:solidFill>
              </a:defRPr>
            </a:lvl3pPr>
            <a:lvl4pPr>
              <a:defRPr sz="1350" b="0">
                <a:solidFill>
                  <a:srgbClr val="59656E"/>
                </a:solidFill>
              </a:defRPr>
            </a:lvl4pPr>
            <a:lvl5pPr>
              <a:defRPr sz="1350" b="0">
                <a:solidFill>
                  <a:srgbClr val="59656E"/>
                </a:solidFill>
              </a:defRPr>
            </a:lvl5pPr>
            <a:lvl6pPr>
              <a:defRPr sz="1350" b="0">
                <a:solidFill>
                  <a:srgbClr val="59656E"/>
                </a:solidFill>
              </a:defRPr>
            </a:lvl6pPr>
            <a:lvl7pPr>
              <a:defRPr sz="1350" b="0">
                <a:solidFill>
                  <a:srgbClr val="59656E"/>
                </a:solidFill>
              </a:defRPr>
            </a:lvl7pPr>
            <a:lvl8pPr>
              <a:defRPr sz="1350" b="0">
                <a:solidFill>
                  <a:srgbClr val="59656E"/>
                </a:solidFill>
              </a:defRPr>
            </a:lvl8pPr>
            <a:lvl9pPr>
              <a:defRPr sz="1350" b="0">
                <a:solidFill>
                  <a:srgbClr val="59656E"/>
                </a:solidFill>
              </a:defRPr>
            </a:lvl9pPr>
          </a:lstStyle>
          <a:p>
            <a:pPr>
              <a:defRPr sz="1350" b="0">
                <a:solidFill>
                  <a:srgbClr val="59656E"/>
                </a:solidFill>
              </a:defRPr>
            </a:pPr>
            <a:r>
              <a:rPr sz="1350" b="0">
                <a:solidFill>
                  <a:srgbClr val="59656E"/>
                </a:solidFill>
              </a:rPr>
              <a:t>判讀直接與</a:t>
            </a:r>
          </a:p>
          <a:p>
            <a:pPr>
              <a:defRPr sz="1350" b="0">
                <a:solidFill>
                  <a:srgbClr val="59656E"/>
                </a:solidFill>
              </a:defRPr>
            </a:pPr>
            <a:r>
              <a:rPr sz="1350" b="0">
                <a:solidFill>
                  <a:srgbClr val="59656E"/>
                </a:solidFill>
              </a:rPr>
              <a:t>間接關係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7082307-DB52-49E6-9770-86E915D243BF}"/>
              </a:ext>
            </a:extLst>
          </p:cNvPr>
          <p:cNvSpPr>
            <a:spLocks noGrp="1"/>
          </p:cNvSpPr>
          <p:nvPr/>
        </p:nvSpPr>
        <p:spPr>
          <a:xfrm>
            <a:off x="7286625" y="25908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F1DD39-3235-4C37-AB7C-4E402C2BA602}"/>
              </a:ext>
            </a:extLst>
          </p:cNvPr>
          <p:cNvSpPr>
            <a:spLocks noGrp="1"/>
          </p:cNvSpPr>
          <p:nvPr/>
        </p:nvSpPr>
        <p:spPr>
          <a:xfrm>
            <a:off x="7639050" y="2495550"/>
            <a:ext cx="57150" cy="419100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6A97AE8-0089-47EF-AFCB-D373464BA8C1}"/>
              </a:ext>
            </a:extLst>
          </p:cNvPr>
          <p:cNvSpPr>
            <a:spLocks noGrp="1"/>
          </p:cNvSpPr>
          <p:nvPr/>
        </p:nvSpPr>
        <p:spPr>
          <a:xfrm>
            <a:off x="7791450" y="238125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整理證據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8BDCA6-BE5D-493D-B3CD-DBCADEDC4049}"/>
              </a:ext>
            </a:extLst>
          </p:cNvPr>
          <p:cNvSpPr>
            <a:spLocks noGrp="1"/>
          </p:cNvSpPr>
          <p:nvPr/>
        </p:nvSpPr>
        <p:spPr>
          <a:xfrm>
            <a:off x="7791450" y="2857500"/>
            <a:ext cx="1771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59656E"/>
                </a:solidFill>
              </a:defRPr>
            </a:defPPr>
            <a:lvl1pPr>
              <a:defRPr sz="1350" b="0">
                <a:solidFill>
                  <a:srgbClr val="59656E"/>
                </a:solidFill>
              </a:defRPr>
            </a:lvl1pPr>
            <a:lvl2pPr>
              <a:defRPr sz="1350" b="0">
                <a:solidFill>
                  <a:srgbClr val="59656E"/>
                </a:solidFill>
              </a:defRPr>
            </a:lvl2pPr>
            <a:lvl3pPr>
              <a:defRPr sz="1350" b="0">
                <a:solidFill>
                  <a:srgbClr val="59656E"/>
                </a:solidFill>
              </a:defRPr>
            </a:lvl3pPr>
            <a:lvl4pPr>
              <a:defRPr sz="1350" b="0">
                <a:solidFill>
                  <a:srgbClr val="59656E"/>
                </a:solidFill>
              </a:defRPr>
            </a:lvl4pPr>
            <a:lvl5pPr>
              <a:defRPr sz="1350" b="0">
                <a:solidFill>
                  <a:srgbClr val="59656E"/>
                </a:solidFill>
              </a:defRPr>
            </a:lvl5pPr>
            <a:lvl6pPr>
              <a:defRPr sz="1350" b="0">
                <a:solidFill>
                  <a:srgbClr val="59656E"/>
                </a:solidFill>
              </a:defRPr>
            </a:lvl6pPr>
            <a:lvl7pPr>
              <a:defRPr sz="1350" b="0">
                <a:solidFill>
                  <a:srgbClr val="59656E"/>
                </a:solidFill>
              </a:defRPr>
            </a:lvl7pPr>
            <a:lvl8pPr>
              <a:defRPr sz="1350" b="0">
                <a:solidFill>
                  <a:srgbClr val="59656E"/>
                </a:solidFill>
              </a:defRPr>
            </a:lvl8pPr>
            <a:lvl9pPr>
              <a:defRPr sz="1350" b="0">
                <a:solidFill>
                  <a:srgbClr val="59656E"/>
                </a:solidFill>
              </a:defRPr>
            </a:lvl9pPr>
          </a:lstStyle>
          <a:p>
            <a:pPr>
              <a:defRPr sz="1350" b="0">
                <a:solidFill>
                  <a:srgbClr val="59656E"/>
                </a:solidFill>
              </a:defRPr>
            </a:pPr>
            <a:r>
              <a:rPr sz="1350" b="0">
                <a:solidFill>
                  <a:srgbClr val="59656E"/>
                </a:solidFill>
              </a:rPr>
              <a:t>彙整來源</a:t>
            </a:r>
          </a:p>
          <a:p>
            <a:pPr>
              <a:defRPr sz="1350" b="0">
                <a:solidFill>
                  <a:srgbClr val="59656E"/>
                </a:solidFill>
              </a:defRPr>
            </a:pPr>
            <a:r>
              <a:rPr sz="1350" b="0">
                <a:solidFill>
                  <a:srgbClr val="59656E"/>
                </a:solidFill>
              </a:rPr>
              <a:t>與影響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9FED542-278C-4BAA-A981-5F82DAB58209}"/>
              </a:ext>
            </a:extLst>
          </p:cNvPr>
          <p:cNvSpPr>
            <a:spLocks noGrp="1"/>
          </p:cNvSpPr>
          <p:nvPr/>
        </p:nvSpPr>
        <p:spPr>
          <a:xfrm>
            <a:off x="9591675" y="25908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7AD8D9-17F9-4EC0-974E-A759CCCF2F77}"/>
              </a:ext>
            </a:extLst>
          </p:cNvPr>
          <p:cNvSpPr>
            <a:spLocks noGrp="1"/>
          </p:cNvSpPr>
          <p:nvPr/>
        </p:nvSpPr>
        <p:spPr>
          <a:xfrm>
            <a:off x="9944100" y="2495550"/>
            <a:ext cx="57150" cy="419100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BBB2D0-0BC8-4150-9E43-5BEFD5A8BDA4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形成檢核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1A8AEC-D0CC-4928-98C3-692CFF6DE009}"/>
              </a:ext>
            </a:extLst>
          </p:cNvPr>
          <p:cNvSpPr>
            <a:spLocks noGrp="1"/>
          </p:cNvSpPr>
          <p:nvPr/>
        </p:nvSpPr>
        <p:spPr>
          <a:xfrm>
            <a:off x="10096500" y="2857500"/>
            <a:ext cx="1771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59656E"/>
                </a:solidFill>
              </a:defRPr>
            </a:defPPr>
            <a:lvl1pPr>
              <a:defRPr sz="1350" b="0">
                <a:solidFill>
                  <a:srgbClr val="59656E"/>
                </a:solidFill>
              </a:defRPr>
            </a:lvl1pPr>
            <a:lvl2pPr>
              <a:defRPr sz="1350" b="0">
                <a:solidFill>
                  <a:srgbClr val="59656E"/>
                </a:solidFill>
              </a:defRPr>
            </a:lvl2pPr>
            <a:lvl3pPr>
              <a:defRPr sz="1350" b="0">
                <a:solidFill>
                  <a:srgbClr val="59656E"/>
                </a:solidFill>
              </a:defRPr>
            </a:lvl3pPr>
            <a:lvl4pPr>
              <a:defRPr sz="1350" b="0">
                <a:solidFill>
                  <a:srgbClr val="59656E"/>
                </a:solidFill>
              </a:defRPr>
            </a:lvl4pPr>
            <a:lvl5pPr>
              <a:defRPr sz="1350" b="0">
                <a:solidFill>
                  <a:srgbClr val="59656E"/>
                </a:solidFill>
              </a:defRPr>
            </a:lvl5pPr>
            <a:lvl6pPr>
              <a:defRPr sz="1350" b="0">
                <a:solidFill>
                  <a:srgbClr val="59656E"/>
                </a:solidFill>
              </a:defRPr>
            </a:lvl6pPr>
            <a:lvl7pPr>
              <a:defRPr sz="1350" b="0">
                <a:solidFill>
                  <a:srgbClr val="59656E"/>
                </a:solidFill>
              </a:defRPr>
            </a:lvl7pPr>
            <a:lvl8pPr>
              <a:defRPr sz="1350" b="0">
                <a:solidFill>
                  <a:srgbClr val="59656E"/>
                </a:solidFill>
              </a:defRPr>
            </a:lvl8pPr>
            <a:lvl9pPr>
              <a:defRPr sz="1350" b="0">
                <a:solidFill>
                  <a:srgbClr val="59656E"/>
                </a:solidFill>
              </a:defRPr>
            </a:lvl9pPr>
          </a:lstStyle>
          <a:p>
            <a:pPr>
              <a:defRPr sz="1350" b="0">
                <a:solidFill>
                  <a:srgbClr val="59656E"/>
                </a:solidFill>
              </a:defRPr>
            </a:pPr>
            <a:r>
              <a:rPr sz="1350" b="0">
                <a:solidFill>
                  <a:srgbClr val="59656E"/>
                </a:solidFill>
              </a:rPr>
              <a:t>交接測試與</a:t>
            </a:r>
          </a:p>
          <a:p>
            <a:pPr>
              <a:defRPr sz="1350" b="0">
                <a:solidFill>
                  <a:srgbClr val="59656E"/>
                </a:solidFill>
              </a:defRPr>
            </a:pPr>
            <a:r>
              <a:rPr sz="1350" b="0">
                <a:solidFill>
                  <a:srgbClr val="59656E"/>
                </a:solidFill>
              </a:rPr>
              <a:t>審查事項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158F547-4290-48DE-BC88-336FB0C5D6B8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10744200" cy="9525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96FE62-ED3A-4BE5-9C13-5C7666CCEFBA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365A69"/>
                </a:solidFill>
              </a:defRPr>
            </a:defPPr>
            <a:lvl1pPr>
              <a:defRPr sz="1650" b="1">
                <a:solidFill>
                  <a:srgbClr val="365A69"/>
                </a:solidFill>
              </a:defRPr>
            </a:lvl1pPr>
            <a:lvl2pPr>
              <a:defRPr sz="1650" b="1">
                <a:solidFill>
                  <a:srgbClr val="365A69"/>
                </a:solidFill>
              </a:defRPr>
            </a:lvl2pPr>
            <a:lvl3pPr>
              <a:defRPr sz="1650" b="1">
                <a:solidFill>
                  <a:srgbClr val="365A69"/>
                </a:solidFill>
              </a:defRPr>
            </a:lvl3pPr>
            <a:lvl4pPr>
              <a:defRPr sz="1650" b="1">
                <a:solidFill>
                  <a:srgbClr val="365A69"/>
                </a:solidFill>
              </a:defRPr>
            </a:lvl4pPr>
            <a:lvl5pPr>
              <a:defRPr sz="1650" b="1">
                <a:solidFill>
                  <a:srgbClr val="365A69"/>
                </a:solidFill>
              </a:defRPr>
            </a:lvl5pPr>
            <a:lvl6pPr>
              <a:defRPr sz="1650" b="1">
                <a:solidFill>
                  <a:srgbClr val="365A69"/>
                </a:solidFill>
              </a:defRPr>
            </a:lvl6pPr>
            <a:lvl7pPr>
              <a:defRPr sz="1650" b="1">
                <a:solidFill>
                  <a:srgbClr val="365A69"/>
                </a:solidFill>
              </a:defRPr>
            </a:lvl7pPr>
            <a:lvl8pPr>
              <a:defRPr sz="1650" b="1">
                <a:solidFill>
                  <a:srgbClr val="365A69"/>
                </a:solidFill>
              </a:defRPr>
            </a:lvl8pPr>
            <a:lvl9pPr>
              <a:defRPr sz="1650" b="1">
                <a:solidFill>
                  <a:srgbClr val="365A69"/>
                </a:solidFill>
              </a:defRPr>
            </a:lvl9pPr>
          </a:lstStyle>
          <a:p>
            <a:pPr>
              <a:defRPr sz="1650" b="1">
                <a:solidFill>
                  <a:srgbClr val="365A69"/>
                </a:solidFill>
              </a:defRPr>
            </a:pPr>
            <a:r>
              <a:rPr sz="1650" b="1">
                <a:solidFill>
                  <a:srgbClr val="365A69"/>
                </a:solidFill>
              </a:rPr>
              <a:t>原型要改善的工作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A8C944C-95D9-4C6A-8DAC-DAD52E7245DC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202A33"/>
                </a:solidFill>
              </a:defRPr>
            </a:defPPr>
            <a:lvl1pPr>
              <a:defRPr sz="2100" b="1">
                <a:solidFill>
                  <a:srgbClr val="202A33"/>
                </a:solidFill>
              </a:defRPr>
            </a:lvl1pPr>
            <a:lvl2pPr>
              <a:defRPr sz="2100" b="1">
                <a:solidFill>
                  <a:srgbClr val="202A33"/>
                </a:solidFill>
              </a:defRPr>
            </a:lvl2pPr>
            <a:lvl3pPr>
              <a:defRPr sz="2100" b="1">
                <a:solidFill>
                  <a:srgbClr val="202A33"/>
                </a:solidFill>
              </a:defRPr>
            </a:lvl3pPr>
            <a:lvl4pPr>
              <a:defRPr sz="2100" b="1">
                <a:solidFill>
                  <a:srgbClr val="202A33"/>
                </a:solidFill>
              </a:defRPr>
            </a:lvl4pPr>
            <a:lvl5pPr>
              <a:defRPr sz="2100" b="1">
                <a:solidFill>
                  <a:srgbClr val="202A33"/>
                </a:solidFill>
              </a:defRPr>
            </a:lvl5pPr>
            <a:lvl6pPr>
              <a:defRPr sz="2100" b="1">
                <a:solidFill>
                  <a:srgbClr val="202A33"/>
                </a:solidFill>
              </a:defRPr>
            </a:lvl6pPr>
            <a:lvl7pPr>
              <a:defRPr sz="2100" b="1">
                <a:solidFill>
                  <a:srgbClr val="202A33"/>
                </a:solidFill>
              </a:defRPr>
            </a:lvl7pPr>
            <a:lvl8pPr>
              <a:defRPr sz="2100" b="1">
                <a:solidFill>
                  <a:srgbClr val="202A33"/>
                </a:solidFill>
              </a:defRPr>
            </a:lvl8pPr>
            <a:lvl9pPr>
              <a:defRPr sz="2100" b="1">
                <a:solidFill>
                  <a:srgbClr val="202A33"/>
                </a:solidFill>
              </a:defRPr>
            </a:lvl9pPr>
          </a:lstStyle>
          <a:p>
            <a:pPr>
              <a:defRPr sz="2100" b="1">
                <a:solidFill>
                  <a:srgbClr val="202A33"/>
                </a:solidFill>
              </a:defRPr>
            </a:pPr>
            <a:r>
              <a:rPr sz="2100" b="1">
                <a:solidFill>
                  <a:srgbClr val="202A33"/>
                </a:solidFill>
              </a:rPr>
              <a:t>協助覆核者從 SQL 差異掌握風險分群、報表影響與證據。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9ACE635-54D1-4FB8-92A0-DE8D721FE737}"/>
              </a:ext>
            </a:extLst>
          </p:cNvPr>
          <p:cNvSpPr>
            <a:spLocks noGrp="1"/>
          </p:cNvSpPr>
          <p:nvPr/>
        </p:nvSpPr>
        <p:spPr>
          <a:xfrm>
            <a:off x="723900" y="55816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9656E"/>
                </a:solidFill>
              </a:defRPr>
            </a:defPPr>
            <a:lvl1pPr>
              <a:defRPr sz="1275" b="0">
                <a:solidFill>
                  <a:srgbClr val="59656E"/>
                </a:solidFill>
              </a:defRPr>
            </a:lvl1pPr>
            <a:lvl2pPr>
              <a:defRPr sz="1275" b="0">
                <a:solidFill>
                  <a:srgbClr val="59656E"/>
                </a:solidFill>
              </a:defRPr>
            </a:lvl2pPr>
            <a:lvl3pPr>
              <a:defRPr sz="1275" b="0">
                <a:solidFill>
                  <a:srgbClr val="59656E"/>
                </a:solidFill>
              </a:defRPr>
            </a:lvl3pPr>
            <a:lvl4pPr>
              <a:defRPr sz="1275" b="0">
                <a:solidFill>
                  <a:srgbClr val="59656E"/>
                </a:solidFill>
              </a:defRPr>
            </a:lvl4pPr>
            <a:lvl5pPr>
              <a:defRPr sz="1275" b="0">
                <a:solidFill>
                  <a:srgbClr val="59656E"/>
                </a:solidFill>
              </a:defRPr>
            </a:lvl5pPr>
            <a:lvl6pPr>
              <a:defRPr sz="1275" b="0">
                <a:solidFill>
                  <a:srgbClr val="59656E"/>
                </a:solidFill>
              </a:defRPr>
            </a:lvl6pPr>
            <a:lvl7pPr>
              <a:defRPr sz="1275" b="0">
                <a:solidFill>
                  <a:srgbClr val="59656E"/>
                </a:solidFill>
              </a:defRPr>
            </a:lvl7pPr>
            <a:lvl8pPr>
              <a:defRPr sz="1275" b="0">
                <a:solidFill>
                  <a:srgbClr val="59656E"/>
                </a:solidFill>
              </a:defRPr>
            </a:lvl8pPr>
            <a:lvl9pPr>
              <a:defRPr sz="1275" b="0">
                <a:solidFill>
                  <a:srgbClr val="59656E"/>
                </a:solidFill>
              </a:defRPr>
            </a:lvl9pPr>
          </a:lstStyle>
          <a:p>
            <a:pPr>
              <a:defRPr sz="1275" b="0">
                <a:solidFill>
                  <a:srgbClr val="59656E"/>
                </a:solidFill>
              </a:defRPr>
            </a:pPr>
            <a:r>
              <a:rPr sz="1275" b="0">
                <a:solidFill>
                  <a:srgbClr val="59656E"/>
                </a:solidFill>
              </a:rPr>
              <a:t>靜態分析只涵蓋已載入且可解析的 SQL；未載入程序或動態 SQL 仍需人工補查。</a:t>
            </a:r>
          </a:p>
        </p:txBody>
      </p:sp>
    </p:spTree>
    <p:extLst>
      <p:ext uri="{BB962C8B-B14F-4D97-AF65-F5344CB8AC3E}">
        <p14:creationId xmlns:p14="http://schemas.microsoft.com/office/powerpoint/2010/main" val="257359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2EBB2A9A-CAF6-4C07-ACBB-9CE09099378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202A33"/>
                </a:solidFill>
              </a:defRPr>
            </a:defPPr>
            <a:lvl1pPr>
              <a:defRPr sz="1125" b="1">
                <a:solidFill>
                  <a:srgbClr val="202A33"/>
                </a:solidFill>
              </a:defRPr>
            </a:lvl1pPr>
            <a:lvl2pPr>
              <a:defRPr sz="1125" b="1">
                <a:solidFill>
                  <a:srgbClr val="202A33"/>
                </a:solidFill>
              </a:defRPr>
            </a:lvl2pPr>
            <a:lvl3pPr>
              <a:defRPr sz="1125" b="1">
                <a:solidFill>
                  <a:srgbClr val="202A33"/>
                </a:solidFill>
              </a:defRPr>
            </a:lvl3pPr>
            <a:lvl4pPr>
              <a:defRPr sz="1125" b="1">
                <a:solidFill>
                  <a:srgbClr val="202A33"/>
                </a:solidFill>
              </a:defRPr>
            </a:lvl4pPr>
            <a:lvl5pPr>
              <a:defRPr sz="1125" b="1">
                <a:solidFill>
                  <a:srgbClr val="202A33"/>
                </a:solidFill>
              </a:defRPr>
            </a:lvl5pPr>
            <a:lvl6pPr>
              <a:defRPr sz="1125" b="1">
                <a:solidFill>
                  <a:srgbClr val="202A33"/>
                </a:solidFill>
              </a:defRPr>
            </a:lvl6pPr>
            <a:lvl7pPr>
              <a:defRPr sz="1125" b="1">
                <a:solidFill>
                  <a:srgbClr val="202A33"/>
                </a:solidFill>
              </a:defRPr>
            </a:lvl7pPr>
            <a:lvl8pPr>
              <a:defRPr sz="1125" b="1">
                <a:solidFill>
                  <a:srgbClr val="202A33"/>
                </a:solidFill>
              </a:defRPr>
            </a:lvl8pPr>
            <a:lvl9pPr>
              <a:defRPr sz="1125" b="1">
                <a:solidFill>
                  <a:srgbClr val="202A33"/>
                </a:solidFill>
              </a:defRPr>
            </a:lvl9pPr>
          </a:lstStyle>
          <a:p>
            <a:pPr>
              <a:defRPr sz="1125" b="1">
                <a:solidFill>
                  <a:srgbClr val="202A33"/>
                </a:solidFill>
              </a:defRPr>
            </a:pPr>
            <a:r>
              <a:rPr sz="1125" b="1">
                <a:solidFill>
                  <a:srgbClr val="202A33"/>
                </a:solidFill>
              </a:rPr>
              <a:t>SQL SPA TOOLS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D8FCB8-0DFE-4586-B543-94279B47D03B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87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02A33"/>
                </a:solidFill>
              </a:defRPr>
            </a:defPPr>
            <a:lvl1pPr>
              <a:defRPr sz="2850" b="1">
                <a:solidFill>
                  <a:srgbClr val="202A33"/>
                </a:solidFill>
              </a:defRPr>
            </a:lvl1pPr>
            <a:lvl2pPr>
              <a:defRPr sz="2850" b="1">
                <a:solidFill>
                  <a:srgbClr val="202A33"/>
                </a:solidFill>
              </a:defRPr>
            </a:lvl2pPr>
            <a:lvl3pPr>
              <a:defRPr sz="2850" b="1">
                <a:solidFill>
                  <a:srgbClr val="202A33"/>
                </a:solidFill>
              </a:defRPr>
            </a:lvl3pPr>
            <a:lvl4pPr>
              <a:defRPr sz="2850" b="1">
                <a:solidFill>
                  <a:srgbClr val="202A33"/>
                </a:solidFill>
              </a:defRPr>
            </a:lvl4pPr>
            <a:lvl5pPr>
              <a:defRPr sz="2850" b="1">
                <a:solidFill>
                  <a:srgbClr val="202A33"/>
                </a:solidFill>
              </a:defRPr>
            </a:lvl5pPr>
            <a:lvl6pPr>
              <a:defRPr sz="2850" b="1">
                <a:solidFill>
                  <a:srgbClr val="202A33"/>
                </a:solidFill>
              </a:defRPr>
            </a:lvl6pPr>
            <a:lvl7pPr>
              <a:defRPr sz="2850" b="1">
                <a:solidFill>
                  <a:srgbClr val="202A33"/>
                </a:solidFill>
              </a:defRPr>
            </a:lvl7pPr>
            <a:lvl8pPr>
              <a:defRPr sz="2850" b="1">
                <a:solidFill>
                  <a:srgbClr val="202A33"/>
                </a:solidFill>
              </a:defRPr>
            </a:lvl8pPr>
            <a:lvl9pPr>
              <a:defRPr sz="2850" b="1">
                <a:solidFill>
                  <a:srgbClr val="202A33"/>
                </a:solidFill>
              </a:defRPr>
            </a:lvl9pPr>
          </a:lstStyle>
          <a:p>
            <a:pPr>
              <a:defRPr sz="2850" b="1">
                <a:solidFill>
                  <a:srgbClr val="202A33"/>
                </a:solidFill>
              </a:defRPr>
            </a:pPr>
            <a:r>
              <a:rPr sz="2850" b="1">
                <a:solidFill>
                  <a:srgbClr val="202A33"/>
                </a:solidFill>
              </a:rPr>
              <a:t>MVP 流程由本機分析交接到 Copilot Chat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B8420E-1367-4452-9396-22FE39AE67D2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28575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297E1F-1E5D-4B01-95F8-030F42F961E9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1087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9656E"/>
                </a:solidFill>
              </a:defRPr>
            </a:defPPr>
            <a:lvl1pPr>
              <a:defRPr sz="900" b="0">
                <a:solidFill>
                  <a:srgbClr val="59656E"/>
                </a:solidFill>
              </a:defRPr>
            </a:lvl1pPr>
            <a:lvl2pPr>
              <a:defRPr sz="900" b="0">
                <a:solidFill>
                  <a:srgbClr val="59656E"/>
                </a:solidFill>
              </a:defRPr>
            </a:lvl2pPr>
            <a:lvl3pPr>
              <a:defRPr sz="900" b="0">
                <a:solidFill>
                  <a:srgbClr val="59656E"/>
                </a:solidFill>
              </a:defRPr>
            </a:lvl3pPr>
            <a:lvl4pPr>
              <a:defRPr sz="900" b="0">
                <a:solidFill>
                  <a:srgbClr val="59656E"/>
                </a:solidFill>
              </a:defRPr>
            </a:lvl4pPr>
            <a:lvl5pPr>
              <a:defRPr sz="900" b="0">
                <a:solidFill>
                  <a:srgbClr val="59656E"/>
                </a:solidFill>
              </a:defRPr>
            </a:lvl5pPr>
            <a:lvl6pPr>
              <a:defRPr sz="900" b="0">
                <a:solidFill>
                  <a:srgbClr val="59656E"/>
                </a:solidFill>
              </a:defRPr>
            </a:lvl6pPr>
            <a:lvl7pPr>
              <a:defRPr sz="900" b="0">
                <a:solidFill>
                  <a:srgbClr val="59656E"/>
                </a:solidFill>
              </a:defRPr>
            </a:lvl7pPr>
            <a:lvl8pPr>
              <a:defRPr sz="900" b="0">
                <a:solidFill>
                  <a:srgbClr val="59656E"/>
                </a:solidFill>
              </a:defRPr>
            </a:lvl8pPr>
            <a:lvl9pPr>
              <a:defRPr sz="900" b="0">
                <a:solidFill>
                  <a:srgbClr val="59656E"/>
                </a:solidFill>
              </a:defRPr>
            </a:lvl9pPr>
          </a:lstStyle>
          <a:p>
            <a:pPr>
              <a:defRPr sz="900" b="0">
                <a:solidFill>
                  <a:srgbClr val="59656E"/>
                </a:solidFill>
              </a:defRPr>
            </a:pPr>
            <a:r>
              <a:rPr sz="900" b="0">
                <a:solidFill>
                  <a:srgbClr val="59656E"/>
                </a:solidFill>
              </a:rPr>
              <a:t>鎖頭銀行 M365 COPILOT 黑客松  •  2026.10  |  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B76720-99AF-48F7-A277-5CE21E006F81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65A69"/>
                </a:solidFill>
              </a:defRPr>
            </a:defPPr>
            <a:lvl1pPr>
              <a:defRPr sz="1950" b="1">
                <a:solidFill>
                  <a:srgbClr val="365A69"/>
                </a:solidFill>
              </a:defRPr>
            </a:lvl1pPr>
            <a:lvl2pPr>
              <a:defRPr sz="1950" b="1">
                <a:solidFill>
                  <a:srgbClr val="365A69"/>
                </a:solidFill>
              </a:defRPr>
            </a:lvl2pPr>
            <a:lvl3pPr>
              <a:defRPr sz="1950" b="1">
                <a:solidFill>
                  <a:srgbClr val="365A69"/>
                </a:solidFill>
              </a:defRPr>
            </a:lvl3pPr>
            <a:lvl4pPr>
              <a:defRPr sz="1950" b="1">
                <a:solidFill>
                  <a:srgbClr val="365A69"/>
                </a:solidFill>
              </a:defRPr>
            </a:lvl4pPr>
            <a:lvl5pPr>
              <a:defRPr sz="1950" b="1">
                <a:solidFill>
                  <a:srgbClr val="365A69"/>
                </a:solidFill>
              </a:defRPr>
            </a:lvl5pPr>
            <a:lvl6pPr>
              <a:defRPr sz="1950" b="1">
                <a:solidFill>
                  <a:srgbClr val="365A69"/>
                </a:solidFill>
              </a:defRPr>
            </a:lvl6pPr>
            <a:lvl7pPr>
              <a:defRPr sz="1950" b="1">
                <a:solidFill>
                  <a:srgbClr val="365A69"/>
                </a:solidFill>
              </a:defRPr>
            </a:lvl7pPr>
            <a:lvl8pPr>
              <a:defRPr sz="1950" b="1">
                <a:solidFill>
                  <a:srgbClr val="365A69"/>
                </a:solidFill>
              </a:defRPr>
            </a:lvl8pPr>
            <a:lvl9pPr>
              <a:defRPr sz="1950" b="1">
                <a:solidFill>
                  <a:srgbClr val="365A69"/>
                </a:solidFill>
              </a:defRPr>
            </a:lvl9pPr>
          </a:lstStyle>
          <a:p>
            <a:pPr>
              <a:defRPr sz="1950" b="1">
                <a:solidFill>
                  <a:srgbClr val="365A69"/>
                </a:solidFill>
              </a:defRPr>
            </a:pPr>
            <a:r>
              <a:rPr sz="1950" b="1">
                <a:solidFill>
                  <a:srgbClr val="365A69"/>
                </a:solidFill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2F0FCA-3EE6-4877-91AA-EC933DC06F24}"/>
              </a:ext>
            </a:extLst>
          </p:cNvPr>
          <p:cNvSpPr>
            <a:spLocks noGrp="1"/>
          </p:cNvSpPr>
          <p:nvPr/>
        </p:nvSpPr>
        <p:spPr>
          <a:xfrm>
            <a:off x="1676400" y="169545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A33"/>
                </a:solidFill>
              </a:defRPr>
            </a:defPPr>
            <a:lvl1pPr>
              <a:defRPr sz="1800" b="1">
                <a:solidFill>
                  <a:srgbClr val="202A33"/>
                </a:solidFill>
              </a:defRPr>
            </a:lvl1pPr>
            <a:lvl2pPr>
              <a:defRPr sz="1800" b="1">
                <a:solidFill>
                  <a:srgbClr val="202A33"/>
                </a:solidFill>
              </a:defRPr>
            </a:lvl2pPr>
            <a:lvl3pPr>
              <a:defRPr sz="1800" b="1">
                <a:solidFill>
                  <a:srgbClr val="202A33"/>
                </a:solidFill>
              </a:defRPr>
            </a:lvl3pPr>
            <a:lvl4pPr>
              <a:defRPr sz="1800" b="1">
                <a:solidFill>
                  <a:srgbClr val="202A33"/>
                </a:solidFill>
              </a:defRPr>
            </a:lvl4pPr>
            <a:lvl5pPr>
              <a:defRPr sz="1800" b="1">
                <a:solidFill>
                  <a:srgbClr val="202A33"/>
                </a:solidFill>
              </a:defRPr>
            </a:lvl5pPr>
            <a:lvl6pPr>
              <a:defRPr sz="1800" b="1">
                <a:solidFill>
                  <a:srgbClr val="202A33"/>
                </a:solidFill>
              </a:defRPr>
            </a:lvl6pPr>
            <a:lvl7pPr>
              <a:defRPr sz="1800" b="1">
                <a:solidFill>
                  <a:srgbClr val="202A33"/>
                </a:solidFill>
              </a:defRPr>
            </a:lvl7pPr>
            <a:lvl8pPr>
              <a:defRPr sz="1800" b="1">
                <a:solidFill>
                  <a:srgbClr val="202A33"/>
                </a:solidFill>
              </a:defRPr>
            </a:lvl8pPr>
            <a:lvl9pPr>
              <a:defRPr sz="1800" b="1">
                <a:solidFill>
                  <a:srgbClr val="202A33"/>
                </a:solidFill>
              </a:defRPr>
            </a:lvl9pPr>
          </a:lstStyle>
          <a:p>
            <a:pPr>
              <a:defRPr sz="1800" b="1">
                <a:solidFill>
                  <a:srgbClr val="202A33"/>
                </a:solidFill>
              </a:defRPr>
            </a:pPr>
            <a:r>
              <a:rPr sz="1800" b="1">
                <a:solidFill>
                  <a:srgbClr val="202A33"/>
                </a:solidFill>
              </a:rPr>
              <a:t>比較 SQL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6F2C21-66A8-4DB3-B9DF-F24E77EB0D09}"/>
              </a:ext>
            </a:extLst>
          </p:cNvPr>
          <p:cNvSpPr>
            <a:spLocks noGrp="1"/>
          </p:cNvSpPr>
          <p:nvPr/>
        </p:nvSpPr>
        <p:spPr>
          <a:xfrm>
            <a:off x="4476750" y="1695450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5323C"/>
                </a:solidFill>
              </a:defRPr>
            </a:defPPr>
            <a:lvl1pPr>
              <a:defRPr sz="1500" b="0">
                <a:solidFill>
                  <a:srgbClr val="25323C"/>
                </a:solidFill>
              </a:defRPr>
            </a:lvl1pPr>
            <a:lvl2pPr>
              <a:defRPr sz="1500" b="0">
                <a:solidFill>
                  <a:srgbClr val="25323C"/>
                </a:solidFill>
              </a:defRPr>
            </a:lvl2pPr>
            <a:lvl3pPr>
              <a:defRPr sz="1500" b="0">
                <a:solidFill>
                  <a:srgbClr val="25323C"/>
                </a:solidFill>
              </a:defRPr>
            </a:lvl3pPr>
            <a:lvl4pPr>
              <a:defRPr sz="1500" b="0">
                <a:solidFill>
                  <a:srgbClr val="25323C"/>
                </a:solidFill>
              </a:defRPr>
            </a:lvl4pPr>
            <a:lvl5pPr>
              <a:defRPr sz="1500" b="0">
                <a:solidFill>
                  <a:srgbClr val="25323C"/>
                </a:solidFill>
              </a:defRPr>
            </a:lvl5pPr>
            <a:lvl6pPr>
              <a:defRPr sz="1500" b="0">
                <a:solidFill>
                  <a:srgbClr val="25323C"/>
                </a:solidFill>
              </a:defRPr>
            </a:lvl6pPr>
            <a:lvl7pPr>
              <a:defRPr sz="1500" b="0">
                <a:solidFill>
                  <a:srgbClr val="25323C"/>
                </a:solidFill>
              </a:defRPr>
            </a:lvl7pPr>
            <a:lvl8pPr>
              <a:defRPr sz="1500" b="0">
                <a:solidFill>
                  <a:srgbClr val="25323C"/>
                </a:solidFill>
              </a:defRPr>
            </a:lvl8pPr>
            <a:lvl9pPr>
              <a:defRPr sz="1500" b="0">
                <a:solidFill>
                  <a:srgbClr val="25323C"/>
                </a:solidFill>
              </a:defRPr>
            </a:lvl9pPr>
          </a:lstStyle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SQL Compare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檢視前後差異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762AF0-7167-4BA4-B18C-BE21BDCFA854}"/>
              </a:ext>
            </a:extLst>
          </p:cNvPr>
          <p:cNvSpPr>
            <a:spLocks noGrp="1"/>
          </p:cNvSpPr>
          <p:nvPr/>
        </p:nvSpPr>
        <p:spPr>
          <a:xfrm>
            <a:off x="1943100" y="2257425"/>
            <a:ext cx="19050" cy="352425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3BD3C5-F8DD-4F5D-964A-DCAB1DF55CFD}"/>
              </a:ext>
            </a:extLst>
          </p:cNvPr>
          <p:cNvSpPr>
            <a:spLocks noGrp="1"/>
          </p:cNvSpPr>
          <p:nvPr/>
        </p:nvSpPr>
        <p:spPr>
          <a:xfrm>
            <a:off x="762000" y="2562225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65A69"/>
                </a:solidFill>
              </a:defRPr>
            </a:defPPr>
            <a:lvl1pPr>
              <a:defRPr sz="1950" b="1">
                <a:solidFill>
                  <a:srgbClr val="365A69"/>
                </a:solidFill>
              </a:defRPr>
            </a:lvl1pPr>
            <a:lvl2pPr>
              <a:defRPr sz="1950" b="1">
                <a:solidFill>
                  <a:srgbClr val="365A69"/>
                </a:solidFill>
              </a:defRPr>
            </a:lvl2pPr>
            <a:lvl3pPr>
              <a:defRPr sz="1950" b="1">
                <a:solidFill>
                  <a:srgbClr val="365A69"/>
                </a:solidFill>
              </a:defRPr>
            </a:lvl3pPr>
            <a:lvl4pPr>
              <a:defRPr sz="1950" b="1">
                <a:solidFill>
                  <a:srgbClr val="365A69"/>
                </a:solidFill>
              </a:defRPr>
            </a:lvl4pPr>
            <a:lvl5pPr>
              <a:defRPr sz="1950" b="1">
                <a:solidFill>
                  <a:srgbClr val="365A69"/>
                </a:solidFill>
              </a:defRPr>
            </a:lvl5pPr>
            <a:lvl6pPr>
              <a:defRPr sz="1950" b="1">
                <a:solidFill>
                  <a:srgbClr val="365A69"/>
                </a:solidFill>
              </a:defRPr>
            </a:lvl6pPr>
            <a:lvl7pPr>
              <a:defRPr sz="1950" b="1">
                <a:solidFill>
                  <a:srgbClr val="365A69"/>
                </a:solidFill>
              </a:defRPr>
            </a:lvl7pPr>
            <a:lvl8pPr>
              <a:defRPr sz="1950" b="1">
                <a:solidFill>
                  <a:srgbClr val="365A69"/>
                </a:solidFill>
              </a:defRPr>
            </a:lvl8pPr>
            <a:lvl9pPr>
              <a:defRPr sz="1950" b="1">
                <a:solidFill>
                  <a:srgbClr val="365A69"/>
                </a:solidFill>
              </a:defRPr>
            </a:lvl9pPr>
          </a:lstStyle>
          <a:p>
            <a:pPr>
              <a:defRPr sz="1950" b="1">
                <a:solidFill>
                  <a:srgbClr val="365A69"/>
                </a:solidFill>
              </a:defRPr>
            </a:pPr>
            <a:r>
              <a:rPr sz="1950" b="1">
                <a:solidFill>
                  <a:srgbClr val="365A69"/>
                </a:solidFill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1DA395-3D1D-4A36-AC77-C2A40D4A8B29}"/>
              </a:ext>
            </a:extLst>
          </p:cNvPr>
          <p:cNvSpPr>
            <a:spLocks noGrp="1"/>
          </p:cNvSpPr>
          <p:nvPr/>
        </p:nvSpPr>
        <p:spPr>
          <a:xfrm>
            <a:off x="1676400" y="256222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A33"/>
                </a:solidFill>
              </a:defRPr>
            </a:defPPr>
            <a:lvl1pPr>
              <a:defRPr sz="1800" b="1">
                <a:solidFill>
                  <a:srgbClr val="202A33"/>
                </a:solidFill>
              </a:defRPr>
            </a:lvl1pPr>
            <a:lvl2pPr>
              <a:defRPr sz="1800" b="1">
                <a:solidFill>
                  <a:srgbClr val="202A33"/>
                </a:solidFill>
              </a:defRPr>
            </a:lvl2pPr>
            <a:lvl3pPr>
              <a:defRPr sz="1800" b="1">
                <a:solidFill>
                  <a:srgbClr val="202A33"/>
                </a:solidFill>
              </a:defRPr>
            </a:lvl3pPr>
            <a:lvl4pPr>
              <a:defRPr sz="1800" b="1">
                <a:solidFill>
                  <a:srgbClr val="202A33"/>
                </a:solidFill>
              </a:defRPr>
            </a:lvl4pPr>
            <a:lvl5pPr>
              <a:defRPr sz="1800" b="1">
                <a:solidFill>
                  <a:srgbClr val="202A33"/>
                </a:solidFill>
              </a:defRPr>
            </a:lvl5pPr>
            <a:lvl6pPr>
              <a:defRPr sz="1800" b="1">
                <a:solidFill>
                  <a:srgbClr val="202A33"/>
                </a:solidFill>
              </a:defRPr>
            </a:lvl6pPr>
            <a:lvl7pPr>
              <a:defRPr sz="1800" b="1">
                <a:solidFill>
                  <a:srgbClr val="202A33"/>
                </a:solidFill>
              </a:defRPr>
            </a:lvl7pPr>
            <a:lvl8pPr>
              <a:defRPr sz="1800" b="1">
                <a:solidFill>
                  <a:srgbClr val="202A33"/>
                </a:solidFill>
              </a:defRPr>
            </a:lvl8pPr>
            <a:lvl9pPr>
              <a:defRPr sz="1800" b="1">
                <a:solidFill>
                  <a:srgbClr val="202A33"/>
                </a:solidFill>
              </a:defRPr>
            </a:lvl9pPr>
          </a:lstStyle>
          <a:p>
            <a:pPr>
              <a:defRPr sz="1800" b="1">
                <a:solidFill>
                  <a:srgbClr val="202A33"/>
                </a:solidFill>
              </a:defRPr>
            </a:pPr>
            <a:r>
              <a:rPr sz="1800" b="1">
                <a:solidFill>
                  <a:srgbClr val="202A33"/>
                </a:solidFill>
              </a:rPr>
              <a:t>分析血緣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B12546-C39B-4C9F-8BF3-946DCA647603}"/>
              </a:ext>
            </a:extLst>
          </p:cNvPr>
          <p:cNvSpPr>
            <a:spLocks noGrp="1"/>
          </p:cNvSpPr>
          <p:nvPr/>
        </p:nvSpPr>
        <p:spPr>
          <a:xfrm>
            <a:off x="4476750" y="2562225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5323C"/>
                </a:solidFill>
              </a:defRPr>
            </a:defPPr>
            <a:lvl1pPr>
              <a:defRPr sz="1500" b="0">
                <a:solidFill>
                  <a:srgbClr val="25323C"/>
                </a:solidFill>
              </a:defRPr>
            </a:lvl1pPr>
            <a:lvl2pPr>
              <a:defRPr sz="1500" b="0">
                <a:solidFill>
                  <a:srgbClr val="25323C"/>
                </a:solidFill>
              </a:defRPr>
            </a:lvl2pPr>
            <a:lvl3pPr>
              <a:defRPr sz="1500" b="0">
                <a:solidFill>
                  <a:srgbClr val="25323C"/>
                </a:solidFill>
              </a:defRPr>
            </a:lvl3pPr>
            <a:lvl4pPr>
              <a:defRPr sz="1500" b="0">
                <a:solidFill>
                  <a:srgbClr val="25323C"/>
                </a:solidFill>
              </a:defRPr>
            </a:lvl4pPr>
            <a:lvl5pPr>
              <a:defRPr sz="1500" b="0">
                <a:solidFill>
                  <a:srgbClr val="25323C"/>
                </a:solidFill>
              </a:defRPr>
            </a:lvl5pPr>
            <a:lvl6pPr>
              <a:defRPr sz="1500" b="0">
                <a:solidFill>
                  <a:srgbClr val="25323C"/>
                </a:solidFill>
              </a:defRPr>
            </a:lvl6pPr>
            <a:lvl7pPr>
              <a:defRPr sz="1500" b="0">
                <a:solidFill>
                  <a:srgbClr val="25323C"/>
                </a:solidFill>
              </a:defRPr>
            </a:lvl7pPr>
            <a:lvl8pPr>
              <a:defRPr sz="1500" b="0">
                <a:solidFill>
                  <a:srgbClr val="25323C"/>
                </a:solidFill>
              </a:defRPr>
            </a:lvl8pPr>
            <a:lvl9pPr>
              <a:defRPr sz="1500" b="0">
                <a:solidFill>
                  <a:srgbClr val="25323C"/>
                </a:solidFill>
              </a:defRPr>
            </a:lvl9pPr>
          </a:lstStyle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追蹤來源欄位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與下游影響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BAB2A9-E6E7-4DB3-B30A-DE4A3C52A0B0}"/>
              </a:ext>
            </a:extLst>
          </p:cNvPr>
          <p:cNvSpPr>
            <a:spLocks noGrp="1"/>
          </p:cNvSpPr>
          <p:nvPr/>
        </p:nvSpPr>
        <p:spPr>
          <a:xfrm>
            <a:off x="1943100" y="3124200"/>
            <a:ext cx="19050" cy="352425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52B73A-E2B6-4D06-9119-8BBD30B499B1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65A69"/>
                </a:solidFill>
              </a:defRPr>
            </a:defPPr>
            <a:lvl1pPr>
              <a:defRPr sz="1950" b="1">
                <a:solidFill>
                  <a:srgbClr val="365A69"/>
                </a:solidFill>
              </a:defRPr>
            </a:lvl1pPr>
            <a:lvl2pPr>
              <a:defRPr sz="1950" b="1">
                <a:solidFill>
                  <a:srgbClr val="365A69"/>
                </a:solidFill>
              </a:defRPr>
            </a:lvl2pPr>
            <a:lvl3pPr>
              <a:defRPr sz="1950" b="1">
                <a:solidFill>
                  <a:srgbClr val="365A69"/>
                </a:solidFill>
              </a:defRPr>
            </a:lvl3pPr>
            <a:lvl4pPr>
              <a:defRPr sz="1950" b="1">
                <a:solidFill>
                  <a:srgbClr val="365A69"/>
                </a:solidFill>
              </a:defRPr>
            </a:lvl4pPr>
            <a:lvl5pPr>
              <a:defRPr sz="1950" b="1">
                <a:solidFill>
                  <a:srgbClr val="365A69"/>
                </a:solidFill>
              </a:defRPr>
            </a:lvl5pPr>
            <a:lvl6pPr>
              <a:defRPr sz="1950" b="1">
                <a:solidFill>
                  <a:srgbClr val="365A69"/>
                </a:solidFill>
              </a:defRPr>
            </a:lvl6pPr>
            <a:lvl7pPr>
              <a:defRPr sz="1950" b="1">
                <a:solidFill>
                  <a:srgbClr val="365A69"/>
                </a:solidFill>
              </a:defRPr>
            </a:lvl7pPr>
            <a:lvl8pPr>
              <a:defRPr sz="1950" b="1">
                <a:solidFill>
                  <a:srgbClr val="365A69"/>
                </a:solidFill>
              </a:defRPr>
            </a:lvl8pPr>
            <a:lvl9pPr>
              <a:defRPr sz="1950" b="1">
                <a:solidFill>
                  <a:srgbClr val="365A69"/>
                </a:solidFill>
              </a:defRPr>
            </a:lvl9pPr>
          </a:lstStyle>
          <a:p>
            <a:pPr>
              <a:defRPr sz="1950" b="1">
                <a:solidFill>
                  <a:srgbClr val="365A69"/>
                </a:solidFill>
              </a:defRPr>
            </a:pPr>
            <a:r>
              <a:rPr sz="1950" b="1">
                <a:solidFill>
                  <a:srgbClr val="365A69"/>
                </a:solidFill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136C30-E67A-4A8C-AC56-89268DDECE1E}"/>
              </a:ext>
            </a:extLst>
          </p:cNvPr>
          <p:cNvSpPr>
            <a:spLocks noGrp="1"/>
          </p:cNvSpPr>
          <p:nvPr/>
        </p:nvSpPr>
        <p:spPr>
          <a:xfrm>
            <a:off x="1676400" y="342900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A33"/>
                </a:solidFill>
              </a:defRPr>
            </a:defPPr>
            <a:lvl1pPr>
              <a:defRPr sz="1800" b="1">
                <a:solidFill>
                  <a:srgbClr val="202A33"/>
                </a:solidFill>
              </a:defRPr>
            </a:lvl1pPr>
            <a:lvl2pPr>
              <a:defRPr sz="1800" b="1">
                <a:solidFill>
                  <a:srgbClr val="202A33"/>
                </a:solidFill>
              </a:defRPr>
            </a:lvl2pPr>
            <a:lvl3pPr>
              <a:defRPr sz="1800" b="1">
                <a:solidFill>
                  <a:srgbClr val="202A33"/>
                </a:solidFill>
              </a:defRPr>
            </a:lvl3pPr>
            <a:lvl4pPr>
              <a:defRPr sz="1800" b="1">
                <a:solidFill>
                  <a:srgbClr val="202A33"/>
                </a:solidFill>
              </a:defRPr>
            </a:lvl4pPr>
            <a:lvl5pPr>
              <a:defRPr sz="1800" b="1">
                <a:solidFill>
                  <a:srgbClr val="202A33"/>
                </a:solidFill>
              </a:defRPr>
            </a:lvl5pPr>
            <a:lvl6pPr>
              <a:defRPr sz="1800" b="1">
                <a:solidFill>
                  <a:srgbClr val="202A33"/>
                </a:solidFill>
              </a:defRPr>
            </a:lvl6pPr>
            <a:lvl7pPr>
              <a:defRPr sz="1800" b="1">
                <a:solidFill>
                  <a:srgbClr val="202A33"/>
                </a:solidFill>
              </a:defRPr>
            </a:lvl7pPr>
            <a:lvl8pPr>
              <a:defRPr sz="1800" b="1">
                <a:solidFill>
                  <a:srgbClr val="202A33"/>
                </a:solidFill>
              </a:defRPr>
            </a:lvl8pPr>
            <a:lvl9pPr>
              <a:defRPr sz="1800" b="1">
                <a:solidFill>
                  <a:srgbClr val="202A33"/>
                </a:solidFill>
              </a:defRPr>
            </a:lvl9pPr>
          </a:lstStyle>
          <a:p>
            <a:pPr>
              <a:defRPr sz="1800" b="1">
                <a:solidFill>
                  <a:srgbClr val="202A33"/>
                </a:solidFill>
              </a:defRPr>
            </a:pPr>
            <a:r>
              <a:rPr sz="1800" b="1">
                <a:solidFill>
                  <a:srgbClr val="202A33"/>
                </a:solidFill>
              </a:rPr>
              <a:t>檢查摘要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7C6E0C-37FB-4093-A39A-B87918B04521}"/>
              </a:ext>
            </a:extLst>
          </p:cNvPr>
          <p:cNvSpPr>
            <a:spLocks noGrp="1"/>
          </p:cNvSpPr>
          <p:nvPr/>
        </p:nvSpPr>
        <p:spPr>
          <a:xfrm>
            <a:off x="4476750" y="3429000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5323C"/>
                </a:solidFill>
              </a:defRPr>
            </a:defPPr>
            <a:lvl1pPr>
              <a:defRPr sz="1500" b="0">
                <a:solidFill>
                  <a:srgbClr val="25323C"/>
                </a:solidFill>
              </a:defRPr>
            </a:lvl1pPr>
            <a:lvl2pPr>
              <a:defRPr sz="1500" b="0">
                <a:solidFill>
                  <a:srgbClr val="25323C"/>
                </a:solidFill>
              </a:defRPr>
            </a:lvl2pPr>
            <a:lvl3pPr>
              <a:defRPr sz="1500" b="0">
                <a:solidFill>
                  <a:srgbClr val="25323C"/>
                </a:solidFill>
              </a:defRPr>
            </a:lvl3pPr>
            <a:lvl4pPr>
              <a:defRPr sz="1500" b="0">
                <a:solidFill>
                  <a:srgbClr val="25323C"/>
                </a:solidFill>
              </a:defRPr>
            </a:lvl4pPr>
            <a:lvl5pPr>
              <a:defRPr sz="1500" b="0">
                <a:solidFill>
                  <a:srgbClr val="25323C"/>
                </a:solidFill>
              </a:defRPr>
            </a:lvl5pPr>
            <a:lvl6pPr>
              <a:defRPr sz="1500" b="0">
                <a:solidFill>
                  <a:srgbClr val="25323C"/>
                </a:solidFill>
              </a:defRPr>
            </a:lvl6pPr>
            <a:lvl7pPr>
              <a:defRPr sz="1500" b="0">
                <a:solidFill>
                  <a:srgbClr val="25323C"/>
                </a:solidFill>
              </a:defRPr>
            </a:lvl7pPr>
            <a:lvl8pPr>
              <a:defRPr sz="1500" b="0">
                <a:solidFill>
                  <a:srgbClr val="25323C"/>
                </a:solidFill>
              </a:defRPr>
            </a:lvl8pPr>
            <a:lvl9pPr>
              <a:defRPr sz="1500" b="0">
                <a:solidFill>
                  <a:srgbClr val="25323C"/>
                </a:solidFill>
              </a:defRPr>
            </a:lvl9pPr>
          </a:lstStyle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預覽 JSON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使用者確認下載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23D385-9C29-46BB-B20F-074E363E76F9}"/>
              </a:ext>
            </a:extLst>
          </p:cNvPr>
          <p:cNvSpPr>
            <a:spLocks noGrp="1"/>
          </p:cNvSpPr>
          <p:nvPr/>
        </p:nvSpPr>
        <p:spPr>
          <a:xfrm>
            <a:off x="1943100" y="3990975"/>
            <a:ext cx="19050" cy="352425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115444-1C0B-4E60-826B-771FFFD32E84}"/>
              </a:ext>
            </a:extLst>
          </p:cNvPr>
          <p:cNvSpPr>
            <a:spLocks noGrp="1"/>
          </p:cNvSpPr>
          <p:nvPr/>
        </p:nvSpPr>
        <p:spPr>
          <a:xfrm>
            <a:off x="762000" y="4295775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65A69"/>
                </a:solidFill>
              </a:defRPr>
            </a:defPPr>
            <a:lvl1pPr>
              <a:defRPr sz="1950" b="1">
                <a:solidFill>
                  <a:srgbClr val="365A69"/>
                </a:solidFill>
              </a:defRPr>
            </a:lvl1pPr>
            <a:lvl2pPr>
              <a:defRPr sz="1950" b="1">
                <a:solidFill>
                  <a:srgbClr val="365A69"/>
                </a:solidFill>
              </a:defRPr>
            </a:lvl2pPr>
            <a:lvl3pPr>
              <a:defRPr sz="1950" b="1">
                <a:solidFill>
                  <a:srgbClr val="365A69"/>
                </a:solidFill>
              </a:defRPr>
            </a:lvl3pPr>
            <a:lvl4pPr>
              <a:defRPr sz="1950" b="1">
                <a:solidFill>
                  <a:srgbClr val="365A69"/>
                </a:solidFill>
              </a:defRPr>
            </a:lvl4pPr>
            <a:lvl5pPr>
              <a:defRPr sz="1950" b="1">
                <a:solidFill>
                  <a:srgbClr val="365A69"/>
                </a:solidFill>
              </a:defRPr>
            </a:lvl5pPr>
            <a:lvl6pPr>
              <a:defRPr sz="1950" b="1">
                <a:solidFill>
                  <a:srgbClr val="365A69"/>
                </a:solidFill>
              </a:defRPr>
            </a:lvl6pPr>
            <a:lvl7pPr>
              <a:defRPr sz="1950" b="1">
                <a:solidFill>
                  <a:srgbClr val="365A69"/>
                </a:solidFill>
              </a:defRPr>
            </a:lvl7pPr>
            <a:lvl8pPr>
              <a:defRPr sz="1950" b="1">
                <a:solidFill>
                  <a:srgbClr val="365A69"/>
                </a:solidFill>
              </a:defRPr>
            </a:lvl8pPr>
            <a:lvl9pPr>
              <a:defRPr sz="1950" b="1">
                <a:solidFill>
                  <a:srgbClr val="365A69"/>
                </a:solidFill>
              </a:defRPr>
            </a:lvl9pPr>
          </a:lstStyle>
          <a:p>
            <a:pPr>
              <a:defRPr sz="1950" b="1">
                <a:solidFill>
                  <a:srgbClr val="365A69"/>
                </a:solidFill>
              </a:defRPr>
            </a:pPr>
            <a:r>
              <a:rPr sz="1950" b="1">
                <a:solidFill>
                  <a:srgbClr val="365A69"/>
                </a:solidFill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98A8CDC-97B2-4BDD-9C4E-D1A25F3F23FE}"/>
              </a:ext>
            </a:extLst>
          </p:cNvPr>
          <p:cNvSpPr>
            <a:spLocks noGrp="1"/>
          </p:cNvSpPr>
          <p:nvPr/>
        </p:nvSpPr>
        <p:spPr>
          <a:xfrm>
            <a:off x="1676400" y="429577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A33"/>
                </a:solidFill>
              </a:defRPr>
            </a:defPPr>
            <a:lvl1pPr>
              <a:defRPr sz="1800" b="1">
                <a:solidFill>
                  <a:srgbClr val="202A33"/>
                </a:solidFill>
              </a:defRPr>
            </a:lvl1pPr>
            <a:lvl2pPr>
              <a:defRPr sz="1800" b="1">
                <a:solidFill>
                  <a:srgbClr val="202A33"/>
                </a:solidFill>
              </a:defRPr>
            </a:lvl2pPr>
            <a:lvl3pPr>
              <a:defRPr sz="1800" b="1">
                <a:solidFill>
                  <a:srgbClr val="202A33"/>
                </a:solidFill>
              </a:defRPr>
            </a:lvl3pPr>
            <a:lvl4pPr>
              <a:defRPr sz="1800" b="1">
                <a:solidFill>
                  <a:srgbClr val="202A33"/>
                </a:solidFill>
              </a:defRPr>
            </a:lvl4pPr>
            <a:lvl5pPr>
              <a:defRPr sz="1800" b="1">
                <a:solidFill>
                  <a:srgbClr val="202A33"/>
                </a:solidFill>
              </a:defRPr>
            </a:lvl5pPr>
            <a:lvl6pPr>
              <a:defRPr sz="1800" b="1">
                <a:solidFill>
                  <a:srgbClr val="202A33"/>
                </a:solidFill>
              </a:defRPr>
            </a:lvl6pPr>
            <a:lvl7pPr>
              <a:defRPr sz="1800" b="1">
                <a:solidFill>
                  <a:srgbClr val="202A33"/>
                </a:solidFill>
              </a:defRPr>
            </a:lvl7pPr>
            <a:lvl8pPr>
              <a:defRPr sz="1800" b="1">
                <a:solidFill>
                  <a:srgbClr val="202A33"/>
                </a:solidFill>
              </a:defRPr>
            </a:lvl8pPr>
            <a:lvl9pPr>
              <a:defRPr sz="1800" b="1">
                <a:solidFill>
                  <a:srgbClr val="202A33"/>
                </a:solidFill>
              </a:defRPr>
            </a:lvl9pPr>
          </a:lstStyle>
          <a:p>
            <a:pPr>
              <a:defRPr sz="1800" b="1">
                <a:solidFill>
                  <a:srgbClr val="202A33"/>
                </a:solidFill>
              </a:defRPr>
            </a:pPr>
            <a:r>
              <a:rPr sz="1800" b="1">
                <a:solidFill>
                  <a:srgbClr val="202A33"/>
                </a:solidFill>
              </a:rPr>
              <a:t>交給 Copilot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29BCB82-25AF-400F-88AC-FF1339153E9A}"/>
              </a:ext>
            </a:extLst>
          </p:cNvPr>
          <p:cNvSpPr>
            <a:spLocks noGrp="1"/>
          </p:cNvSpPr>
          <p:nvPr/>
        </p:nvSpPr>
        <p:spPr>
          <a:xfrm>
            <a:off x="4476750" y="4295775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5323C"/>
                </a:solidFill>
              </a:defRPr>
            </a:defPPr>
            <a:lvl1pPr>
              <a:defRPr sz="1500" b="0">
                <a:solidFill>
                  <a:srgbClr val="25323C"/>
                </a:solidFill>
              </a:defRPr>
            </a:lvl1pPr>
            <a:lvl2pPr>
              <a:defRPr sz="1500" b="0">
                <a:solidFill>
                  <a:srgbClr val="25323C"/>
                </a:solidFill>
              </a:defRPr>
            </a:lvl2pPr>
            <a:lvl3pPr>
              <a:defRPr sz="1500" b="0">
                <a:solidFill>
                  <a:srgbClr val="25323C"/>
                </a:solidFill>
              </a:defRPr>
            </a:lvl3pPr>
            <a:lvl4pPr>
              <a:defRPr sz="1500" b="0">
                <a:solidFill>
                  <a:srgbClr val="25323C"/>
                </a:solidFill>
              </a:defRPr>
            </a:lvl4pPr>
            <a:lvl5pPr>
              <a:defRPr sz="1500" b="0">
                <a:solidFill>
                  <a:srgbClr val="25323C"/>
                </a:solidFill>
              </a:defRPr>
            </a:lvl5pPr>
            <a:lvl6pPr>
              <a:defRPr sz="1500" b="0">
                <a:solidFill>
                  <a:srgbClr val="25323C"/>
                </a:solidFill>
              </a:defRPr>
            </a:lvl6pPr>
            <a:lvl7pPr>
              <a:defRPr sz="1500" b="0">
                <a:solidFill>
                  <a:srgbClr val="25323C"/>
                </a:solidFill>
              </a:defRPr>
            </a:lvl7pPr>
            <a:lvl8pPr>
              <a:defRPr sz="1500" b="0">
                <a:solidFill>
                  <a:srgbClr val="25323C"/>
                </a:solidFill>
              </a:defRPr>
            </a:lvl8pPr>
            <a:lvl9pPr>
              <a:defRPr sz="1500" b="0">
                <a:solidFill>
                  <a:srgbClr val="25323C"/>
                </a:solidFill>
              </a:defRPr>
            </a:lvl9pPr>
          </a:lstStyle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手動上傳 JSON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貼固定提示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B95ADC-B0A5-489F-8B1D-D64F727F0A03}"/>
              </a:ext>
            </a:extLst>
          </p:cNvPr>
          <p:cNvSpPr>
            <a:spLocks noGrp="1"/>
          </p:cNvSpPr>
          <p:nvPr/>
        </p:nvSpPr>
        <p:spPr>
          <a:xfrm>
            <a:off x="1943100" y="4857750"/>
            <a:ext cx="19050" cy="352425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CBC33F-241F-4840-9103-C913CEBD2435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65A69"/>
                </a:solidFill>
              </a:defRPr>
            </a:defPPr>
            <a:lvl1pPr>
              <a:defRPr sz="1950" b="1">
                <a:solidFill>
                  <a:srgbClr val="365A69"/>
                </a:solidFill>
              </a:defRPr>
            </a:lvl1pPr>
            <a:lvl2pPr>
              <a:defRPr sz="1950" b="1">
                <a:solidFill>
                  <a:srgbClr val="365A69"/>
                </a:solidFill>
              </a:defRPr>
            </a:lvl2pPr>
            <a:lvl3pPr>
              <a:defRPr sz="1950" b="1">
                <a:solidFill>
                  <a:srgbClr val="365A69"/>
                </a:solidFill>
              </a:defRPr>
            </a:lvl3pPr>
            <a:lvl4pPr>
              <a:defRPr sz="1950" b="1">
                <a:solidFill>
                  <a:srgbClr val="365A69"/>
                </a:solidFill>
              </a:defRPr>
            </a:lvl4pPr>
            <a:lvl5pPr>
              <a:defRPr sz="1950" b="1">
                <a:solidFill>
                  <a:srgbClr val="365A69"/>
                </a:solidFill>
              </a:defRPr>
            </a:lvl5pPr>
            <a:lvl6pPr>
              <a:defRPr sz="1950" b="1">
                <a:solidFill>
                  <a:srgbClr val="365A69"/>
                </a:solidFill>
              </a:defRPr>
            </a:lvl6pPr>
            <a:lvl7pPr>
              <a:defRPr sz="1950" b="1">
                <a:solidFill>
                  <a:srgbClr val="365A69"/>
                </a:solidFill>
              </a:defRPr>
            </a:lvl7pPr>
            <a:lvl8pPr>
              <a:defRPr sz="1950" b="1">
                <a:solidFill>
                  <a:srgbClr val="365A69"/>
                </a:solidFill>
              </a:defRPr>
            </a:lvl8pPr>
            <a:lvl9pPr>
              <a:defRPr sz="1950" b="1">
                <a:solidFill>
                  <a:srgbClr val="365A69"/>
                </a:solidFill>
              </a:defRPr>
            </a:lvl9pPr>
          </a:lstStyle>
          <a:p>
            <a:pPr>
              <a:defRPr sz="1950" b="1">
                <a:solidFill>
                  <a:srgbClr val="365A69"/>
                </a:solidFill>
              </a:defRPr>
            </a:pPr>
            <a:r>
              <a:rPr sz="1950" b="1">
                <a:solidFill>
                  <a:srgbClr val="365A69"/>
                </a:solidFill>
              </a:rPr>
              <a:t>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1F30607-DFC6-4610-A749-D4AABB5188FE}"/>
              </a:ext>
            </a:extLst>
          </p:cNvPr>
          <p:cNvSpPr>
            <a:spLocks noGrp="1"/>
          </p:cNvSpPr>
          <p:nvPr/>
        </p:nvSpPr>
        <p:spPr>
          <a:xfrm>
            <a:off x="1676400" y="516255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A33"/>
                </a:solidFill>
              </a:defRPr>
            </a:defPPr>
            <a:lvl1pPr>
              <a:defRPr sz="1800" b="1">
                <a:solidFill>
                  <a:srgbClr val="202A33"/>
                </a:solidFill>
              </a:defRPr>
            </a:lvl1pPr>
            <a:lvl2pPr>
              <a:defRPr sz="1800" b="1">
                <a:solidFill>
                  <a:srgbClr val="202A33"/>
                </a:solidFill>
              </a:defRPr>
            </a:lvl2pPr>
            <a:lvl3pPr>
              <a:defRPr sz="1800" b="1">
                <a:solidFill>
                  <a:srgbClr val="202A33"/>
                </a:solidFill>
              </a:defRPr>
            </a:lvl3pPr>
            <a:lvl4pPr>
              <a:defRPr sz="1800" b="1">
                <a:solidFill>
                  <a:srgbClr val="202A33"/>
                </a:solidFill>
              </a:defRPr>
            </a:lvl4pPr>
            <a:lvl5pPr>
              <a:defRPr sz="1800" b="1">
                <a:solidFill>
                  <a:srgbClr val="202A33"/>
                </a:solidFill>
              </a:defRPr>
            </a:lvl5pPr>
            <a:lvl6pPr>
              <a:defRPr sz="1800" b="1">
                <a:solidFill>
                  <a:srgbClr val="202A33"/>
                </a:solidFill>
              </a:defRPr>
            </a:lvl6pPr>
            <a:lvl7pPr>
              <a:defRPr sz="1800" b="1">
                <a:solidFill>
                  <a:srgbClr val="202A33"/>
                </a:solidFill>
              </a:defRPr>
            </a:lvl7pPr>
            <a:lvl8pPr>
              <a:defRPr sz="1800" b="1">
                <a:solidFill>
                  <a:srgbClr val="202A33"/>
                </a:solidFill>
              </a:defRPr>
            </a:lvl8pPr>
            <a:lvl9pPr>
              <a:defRPr sz="1800" b="1">
                <a:solidFill>
                  <a:srgbClr val="202A33"/>
                </a:solidFill>
              </a:defRPr>
            </a:lvl9pPr>
          </a:lstStyle>
          <a:p>
            <a:pPr>
              <a:defRPr sz="1800" b="1">
                <a:solidFill>
                  <a:srgbClr val="202A33"/>
                </a:solidFill>
              </a:defRPr>
            </a:pPr>
            <a:r>
              <a:rPr sz="1800" b="1">
                <a:solidFill>
                  <a:srgbClr val="202A33"/>
                </a:solidFill>
              </a:rPr>
              <a:t>人工覆核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B5831FB-6D4C-44D5-93CF-82D862007DE4}"/>
              </a:ext>
            </a:extLst>
          </p:cNvPr>
          <p:cNvSpPr>
            <a:spLocks noGrp="1"/>
          </p:cNvSpPr>
          <p:nvPr/>
        </p:nvSpPr>
        <p:spPr>
          <a:xfrm>
            <a:off x="4476750" y="5162550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5323C"/>
                </a:solidFill>
              </a:defRPr>
            </a:defPPr>
            <a:lvl1pPr>
              <a:defRPr sz="1500" b="0">
                <a:solidFill>
                  <a:srgbClr val="25323C"/>
                </a:solidFill>
              </a:defRPr>
            </a:lvl1pPr>
            <a:lvl2pPr>
              <a:defRPr sz="1500" b="0">
                <a:solidFill>
                  <a:srgbClr val="25323C"/>
                </a:solidFill>
              </a:defRPr>
            </a:lvl2pPr>
            <a:lvl3pPr>
              <a:defRPr sz="1500" b="0">
                <a:solidFill>
                  <a:srgbClr val="25323C"/>
                </a:solidFill>
              </a:defRPr>
            </a:lvl3pPr>
            <a:lvl4pPr>
              <a:defRPr sz="1500" b="0">
                <a:solidFill>
                  <a:srgbClr val="25323C"/>
                </a:solidFill>
              </a:defRPr>
            </a:lvl4pPr>
            <a:lvl5pPr>
              <a:defRPr sz="1500" b="0">
                <a:solidFill>
                  <a:srgbClr val="25323C"/>
                </a:solidFill>
              </a:defRPr>
            </a:lvl5pPr>
            <a:lvl6pPr>
              <a:defRPr sz="1500" b="0">
                <a:solidFill>
                  <a:srgbClr val="25323C"/>
                </a:solidFill>
              </a:defRPr>
            </a:lvl6pPr>
            <a:lvl7pPr>
              <a:defRPr sz="1500" b="0">
                <a:solidFill>
                  <a:srgbClr val="25323C"/>
                </a:solidFill>
              </a:defRPr>
            </a:lvl7pPr>
            <a:lvl8pPr>
              <a:defRPr sz="1500" b="0">
                <a:solidFill>
                  <a:srgbClr val="25323C"/>
                </a:solidFill>
              </a:defRPr>
            </a:lvl8pPr>
            <a:lvl9pPr>
              <a:defRPr sz="1500" b="0">
                <a:solidFill>
                  <a:srgbClr val="25323C"/>
                </a:solidFill>
              </a:defRPr>
            </a:lvl9pPr>
          </a:lstStyle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回查 evidence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完成正式審查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1AB866-EDB7-44EA-98CF-357060D9E7EB}"/>
              </a:ext>
            </a:extLst>
          </p:cNvPr>
          <p:cNvSpPr>
            <a:spLocks noGrp="1"/>
          </p:cNvSpPr>
          <p:nvPr/>
        </p:nvSpPr>
        <p:spPr>
          <a:xfrm>
            <a:off x="8886825" y="1809750"/>
            <a:ext cx="19050" cy="4000500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42391BB-A4F4-4C6B-9F57-DB2F20227F2A}"/>
              </a:ext>
            </a:extLst>
          </p:cNvPr>
          <p:cNvSpPr>
            <a:spLocks noGrp="1"/>
          </p:cNvSpPr>
          <p:nvPr/>
        </p:nvSpPr>
        <p:spPr>
          <a:xfrm>
            <a:off x="9239250" y="1809750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365A69"/>
                </a:solidFill>
              </a:defRPr>
            </a:defPPr>
            <a:lvl1pPr>
              <a:defRPr sz="1500" b="1">
                <a:solidFill>
                  <a:srgbClr val="365A69"/>
                </a:solidFill>
              </a:defRPr>
            </a:lvl1pPr>
            <a:lvl2pPr>
              <a:defRPr sz="1500" b="1">
                <a:solidFill>
                  <a:srgbClr val="365A69"/>
                </a:solidFill>
              </a:defRPr>
            </a:lvl2pPr>
            <a:lvl3pPr>
              <a:defRPr sz="1500" b="1">
                <a:solidFill>
                  <a:srgbClr val="365A69"/>
                </a:solidFill>
              </a:defRPr>
            </a:lvl3pPr>
            <a:lvl4pPr>
              <a:defRPr sz="1500" b="1">
                <a:solidFill>
                  <a:srgbClr val="365A69"/>
                </a:solidFill>
              </a:defRPr>
            </a:lvl4pPr>
            <a:lvl5pPr>
              <a:defRPr sz="1500" b="1">
                <a:solidFill>
                  <a:srgbClr val="365A69"/>
                </a:solidFill>
              </a:defRPr>
            </a:lvl5pPr>
            <a:lvl6pPr>
              <a:defRPr sz="1500" b="1">
                <a:solidFill>
                  <a:srgbClr val="365A69"/>
                </a:solidFill>
              </a:defRPr>
            </a:lvl6pPr>
            <a:lvl7pPr>
              <a:defRPr sz="1500" b="1">
                <a:solidFill>
                  <a:srgbClr val="365A69"/>
                </a:solidFill>
              </a:defRPr>
            </a:lvl7pPr>
            <a:lvl8pPr>
              <a:defRPr sz="1500" b="1">
                <a:solidFill>
                  <a:srgbClr val="365A69"/>
                </a:solidFill>
              </a:defRPr>
            </a:lvl8pPr>
            <a:lvl9pPr>
              <a:defRPr sz="1500" b="1">
                <a:solidFill>
                  <a:srgbClr val="365A69"/>
                </a:solidFill>
              </a:defRPr>
            </a:lvl9pPr>
          </a:lstStyle>
          <a:p>
            <a:pPr>
              <a:defRPr sz="1500" b="1">
                <a:solidFill>
                  <a:srgbClr val="365A69"/>
                </a:solidFill>
              </a:defRPr>
            </a:pPr>
            <a:r>
              <a:rPr sz="1500" b="1">
                <a:solidFill>
                  <a:srgbClr val="365A69"/>
                </a:solidFill>
              </a:rPr>
              <a:t>資料交接控制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6B1854-D837-4031-B1DA-249984F123B8}"/>
              </a:ext>
            </a:extLst>
          </p:cNvPr>
          <p:cNvSpPr>
            <a:spLocks noGrp="1"/>
          </p:cNvSpPr>
          <p:nvPr/>
        </p:nvSpPr>
        <p:spPr>
          <a:xfrm>
            <a:off x="9239250" y="2343150"/>
            <a:ext cx="238125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25323C"/>
                </a:solidFill>
              </a:defRPr>
            </a:defPPr>
            <a:lvl1pPr>
              <a:defRPr sz="1425" b="0">
                <a:solidFill>
                  <a:srgbClr val="25323C"/>
                </a:solidFill>
              </a:defRPr>
            </a:lvl1pPr>
            <a:lvl2pPr>
              <a:defRPr sz="1425" b="0">
                <a:solidFill>
                  <a:srgbClr val="25323C"/>
                </a:solidFill>
              </a:defRPr>
            </a:lvl2pPr>
            <a:lvl3pPr>
              <a:defRPr sz="1425" b="0">
                <a:solidFill>
                  <a:srgbClr val="25323C"/>
                </a:solidFill>
              </a:defRPr>
            </a:lvl3pPr>
            <a:lvl4pPr>
              <a:defRPr sz="1425" b="0">
                <a:solidFill>
                  <a:srgbClr val="25323C"/>
                </a:solidFill>
              </a:defRPr>
            </a:lvl4pPr>
            <a:lvl5pPr>
              <a:defRPr sz="1425" b="0">
                <a:solidFill>
                  <a:srgbClr val="25323C"/>
                </a:solidFill>
              </a:defRPr>
            </a:lvl5pPr>
            <a:lvl6pPr>
              <a:defRPr sz="1425" b="0">
                <a:solidFill>
                  <a:srgbClr val="25323C"/>
                </a:solidFill>
              </a:defRPr>
            </a:lvl6pPr>
            <a:lvl7pPr>
              <a:defRPr sz="1425" b="0">
                <a:solidFill>
                  <a:srgbClr val="25323C"/>
                </a:solidFill>
              </a:defRPr>
            </a:lvl7pPr>
            <a:lvl8pPr>
              <a:defRPr sz="1425" b="0">
                <a:solidFill>
                  <a:srgbClr val="25323C"/>
                </a:solidFill>
              </a:defRPr>
            </a:lvl8pPr>
            <a:lvl9pPr>
              <a:defRPr sz="1425" b="0">
                <a:solidFill>
                  <a:srgbClr val="25323C"/>
                </a:solidFill>
              </a:defRPr>
            </a:lvl9pPr>
          </a:lstStyle>
          <a:p>
            <a:pPr>
              <a:defRPr sz="1425" b="0">
                <a:solidFill>
                  <a:srgbClr val="25323C"/>
                </a:solidFill>
              </a:defRPr>
            </a:pPr>
            <a:r>
              <a:rPr sz="1425" b="0">
                <a:solidFill>
                  <a:srgbClr val="25323C"/>
                </a:solidFill>
              </a:rPr>
              <a:t>原始 SQL 留在瀏覽器</a:t>
            </a:r>
          </a:p>
          <a:p>
            <a:pPr>
              <a:defRPr sz="1425" b="0">
                <a:solidFill>
                  <a:srgbClr val="25323C"/>
                </a:solidFill>
              </a:defRPr>
            </a:pPr>
            <a:r>
              <a:rPr sz="1425" b="0">
                <a:solidFill>
                  <a:srgbClr val="25323C"/>
                </a:solidFill>
              </a:rPr>
              <a:t>摘要不含 SQL 片段</a:t>
            </a:r>
          </a:p>
          <a:p>
            <a:pPr>
              <a:defRPr sz="1425" b="0">
                <a:solidFill>
                  <a:srgbClr val="25323C"/>
                </a:solidFill>
              </a:defRPr>
            </a:pPr>
            <a:r>
              <a:rPr sz="1425" b="0">
                <a:solidFill>
                  <a:srgbClr val="25323C"/>
                </a:solidFill>
              </a:rPr>
              <a:t>下載前明確確認</a:t>
            </a:r>
          </a:p>
          <a:p>
            <a:pPr>
              <a:defRPr sz="1425" b="0">
                <a:solidFill>
                  <a:srgbClr val="25323C"/>
                </a:solidFill>
              </a:defRPr>
            </a:pPr>
            <a:r>
              <a:rPr sz="1425" b="0">
                <a:solidFill>
                  <a:srgbClr val="25323C"/>
                </a:solidFill>
              </a:rPr>
              <a:t>不自動傳送至 Copilot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1259C23-F9A2-48F4-B3B9-F8FF8987224D}"/>
              </a:ext>
            </a:extLst>
          </p:cNvPr>
          <p:cNvSpPr>
            <a:spLocks noGrp="1"/>
          </p:cNvSpPr>
          <p:nvPr/>
        </p:nvSpPr>
        <p:spPr>
          <a:xfrm>
            <a:off x="9239250" y="4524375"/>
            <a:ext cx="23336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9656E"/>
                </a:solidFill>
              </a:defRPr>
            </a:defPPr>
            <a:lvl1pPr>
              <a:defRPr sz="1200" b="0">
                <a:solidFill>
                  <a:srgbClr val="59656E"/>
                </a:solidFill>
              </a:defRPr>
            </a:lvl1pPr>
            <a:lvl2pPr>
              <a:defRPr sz="1200" b="0">
                <a:solidFill>
                  <a:srgbClr val="59656E"/>
                </a:solidFill>
              </a:defRPr>
            </a:lvl2pPr>
            <a:lvl3pPr>
              <a:defRPr sz="1200" b="0">
                <a:solidFill>
                  <a:srgbClr val="59656E"/>
                </a:solidFill>
              </a:defRPr>
            </a:lvl3pPr>
            <a:lvl4pPr>
              <a:defRPr sz="1200" b="0">
                <a:solidFill>
                  <a:srgbClr val="59656E"/>
                </a:solidFill>
              </a:defRPr>
            </a:lvl4pPr>
            <a:lvl5pPr>
              <a:defRPr sz="1200" b="0">
                <a:solidFill>
                  <a:srgbClr val="59656E"/>
                </a:solidFill>
              </a:defRPr>
            </a:lvl5pPr>
            <a:lvl6pPr>
              <a:defRPr sz="1200" b="0">
                <a:solidFill>
                  <a:srgbClr val="59656E"/>
                </a:solidFill>
              </a:defRPr>
            </a:lvl6pPr>
            <a:lvl7pPr>
              <a:defRPr sz="1200" b="0">
                <a:solidFill>
                  <a:srgbClr val="59656E"/>
                </a:solidFill>
              </a:defRPr>
            </a:lvl7pPr>
            <a:lvl8pPr>
              <a:defRPr sz="1200" b="0">
                <a:solidFill>
                  <a:srgbClr val="59656E"/>
                </a:solidFill>
              </a:defRPr>
            </a:lvl8pPr>
            <a:lvl9pPr>
              <a:defRPr sz="1200" b="0">
                <a:solidFill>
                  <a:srgbClr val="59656E"/>
                </a:solidFill>
              </a:defRPr>
            </a:lvl9pPr>
          </a:lstStyle>
          <a:p>
            <a:pPr>
              <a:defRPr sz="1200" b="0">
                <a:solidFill>
                  <a:srgbClr val="59656E"/>
                </a:solidFill>
              </a:defRPr>
            </a:pPr>
            <a:r>
              <a:rPr sz="1200" b="0">
                <a:solidFill>
                  <a:srgbClr val="59656E"/>
                </a:solidFill>
              </a:rPr>
              <a:t>MVP 使用手動檔案上傳；不依賴 Copilot Studio 或 API 動作授權。</a:t>
            </a:r>
          </a:p>
        </p:txBody>
      </p:sp>
    </p:spTree>
    <p:extLst>
      <p:ext uri="{BB962C8B-B14F-4D97-AF65-F5344CB8AC3E}">
        <p14:creationId xmlns:p14="http://schemas.microsoft.com/office/powerpoint/2010/main" val="268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F956FAF-740A-4815-AFFA-E43CF07AAF7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202A33"/>
                </a:solidFill>
              </a:defRPr>
            </a:defPPr>
            <a:lvl1pPr>
              <a:defRPr sz="1125" b="1">
                <a:solidFill>
                  <a:srgbClr val="202A33"/>
                </a:solidFill>
              </a:defRPr>
            </a:lvl1pPr>
            <a:lvl2pPr>
              <a:defRPr sz="1125" b="1">
                <a:solidFill>
                  <a:srgbClr val="202A33"/>
                </a:solidFill>
              </a:defRPr>
            </a:lvl2pPr>
            <a:lvl3pPr>
              <a:defRPr sz="1125" b="1">
                <a:solidFill>
                  <a:srgbClr val="202A33"/>
                </a:solidFill>
              </a:defRPr>
            </a:lvl3pPr>
            <a:lvl4pPr>
              <a:defRPr sz="1125" b="1">
                <a:solidFill>
                  <a:srgbClr val="202A33"/>
                </a:solidFill>
              </a:defRPr>
            </a:lvl4pPr>
            <a:lvl5pPr>
              <a:defRPr sz="1125" b="1">
                <a:solidFill>
                  <a:srgbClr val="202A33"/>
                </a:solidFill>
              </a:defRPr>
            </a:lvl5pPr>
            <a:lvl6pPr>
              <a:defRPr sz="1125" b="1">
                <a:solidFill>
                  <a:srgbClr val="202A33"/>
                </a:solidFill>
              </a:defRPr>
            </a:lvl6pPr>
            <a:lvl7pPr>
              <a:defRPr sz="1125" b="1">
                <a:solidFill>
                  <a:srgbClr val="202A33"/>
                </a:solidFill>
              </a:defRPr>
            </a:lvl7pPr>
            <a:lvl8pPr>
              <a:defRPr sz="1125" b="1">
                <a:solidFill>
                  <a:srgbClr val="202A33"/>
                </a:solidFill>
              </a:defRPr>
            </a:lvl8pPr>
            <a:lvl9pPr>
              <a:defRPr sz="1125" b="1">
                <a:solidFill>
                  <a:srgbClr val="202A33"/>
                </a:solidFill>
              </a:defRPr>
            </a:lvl9pPr>
          </a:lstStyle>
          <a:p>
            <a:pPr>
              <a:defRPr sz="1125" b="1">
                <a:solidFill>
                  <a:srgbClr val="202A33"/>
                </a:solidFill>
              </a:defRPr>
            </a:pPr>
            <a:r>
              <a:rPr sz="1125" b="1">
                <a:solidFill>
                  <a:srgbClr val="202A33"/>
                </a:solidFill>
              </a:rPr>
              <a:t>SQL SPA TOOLS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0B84A9-F648-4420-B3A1-BE3E17DE8D57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87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02A33"/>
                </a:solidFill>
              </a:defRPr>
            </a:defPPr>
            <a:lvl1pPr>
              <a:defRPr sz="2850" b="1">
                <a:solidFill>
                  <a:srgbClr val="202A33"/>
                </a:solidFill>
              </a:defRPr>
            </a:lvl1pPr>
            <a:lvl2pPr>
              <a:defRPr sz="2850" b="1">
                <a:solidFill>
                  <a:srgbClr val="202A33"/>
                </a:solidFill>
              </a:defRPr>
            </a:lvl2pPr>
            <a:lvl3pPr>
              <a:defRPr sz="2850" b="1">
                <a:solidFill>
                  <a:srgbClr val="202A33"/>
                </a:solidFill>
              </a:defRPr>
            </a:lvl3pPr>
            <a:lvl4pPr>
              <a:defRPr sz="2850" b="1">
                <a:solidFill>
                  <a:srgbClr val="202A33"/>
                </a:solidFill>
              </a:defRPr>
            </a:lvl4pPr>
            <a:lvl5pPr>
              <a:defRPr sz="2850" b="1">
                <a:solidFill>
                  <a:srgbClr val="202A33"/>
                </a:solidFill>
              </a:defRPr>
            </a:lvl5pPr>
            <a:lvl6pPr>
              <a:defRPr sz="2850" b="1">
                <a:solidFill>
                  <a:srgbClr val="202A33"/>
                </a:solidFill>
              </a:defRPr>
            </a:lvl6pPr>
            <a:lvl7pPr>
              <a:defRPr sz="2850" b="1">
                <a:solidFill>
                  <a:srgbClr val="202A33"/>
                </a:solidFill>
              </a:defRPr>
            </a:lvl7pPr>
            <a:lvl8pPr>
              <a:defRPr sz="2850" b="1">
                <a:solidFill>
                  <a:srgbClr val="202A33"/>
                </a:solidFill>
              </a:defRPr>
            </a:lvl8pPr>
            <a:lvl9pPr>
              <a:defRPr sz="2850" b="1">
                <a:solidFill>
                  <a:srgbClr val="202A33"/>
                </a:solidFill>
              </a:defRPr>
            </a:lvl9pPr>
          </a:lstStyle>
          <a:p>
            <a:pPr>
              <a:defRPr sz="2850" b="1">
                <a:solidFill>
                  <a:srgbClr val="202A33"/>
                </a:solidFill>
              </a:defRPr>
            </a:pPr>
            <a:r>
              <a:rPr sz="2850" b="1">
                <a:solidFill>
                  <a:srgbClr val="202A33"/>
                </a:solidFill>
              </a:rPr>
              <a:t>合成案例預期可追出兩個下游欄位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957C32-DF54-48E4-B318-F41AE0495B37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28575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DCADF2-1FED-44FE-B866-E8C4C5B44F61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1087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9656E"/>
                </a:solidFill>
              </a:defRPr>
            </a:defPPr>
            <a:lvl1pPr>
              <a:defRPr sz="900" b="0">
                <a:solidFill>
                  <a:srgbClr val="59656E"/>
                </a:solidFill>
              </a:defRPr>
            </a:lvl1pPr>
            <a:lvl2pPr>
              <a:defRPr sz="900" b="0">
                <a:solidFill>
                  <a:srgbClr val="59656E"/>
                </a:solidFill>
              </a:defRPr>
            </a:lvl2pPr>
            <a:lvl3pPr>
              <a:defRPr sz="900" b="0">
                <a:solidFill>
                  <a:srgbClr val="59656E"/>
                </a:solidFill>
              </a:defRPr>
            </a:lvl3pPr>
            <a:lvl4pPr>
              <a:defRPr sz="900" b="0">
                <a:solidFill>
                  <a:srgbClr val="59656E"/>
                </a:solidFill>
              </a:defRPr>
            </a:lvl4pPr>
            <a:lvl5pPr>
              <a:defRPr sz="900" b="0">
                <a:solidFill>
                  <a:srgbClr val="59656E"/>
                </a:solidFill>
              </a:defRPr>
            </a:lvl5pPr>
            <a:lvl6pPr>
              <a:defRPr sz="900" b="0">
                <a:solidFill>
                  <a:srgbClr val="59656E"/>
                </a:solidFill>
              </a:defRPr>
            </a:lvl6pPr>
            <a:lvl7pPr>
              <a:defRPr sz="900" b="0">
                <a:solidFill>
                  <a:srgbClr val="59656E"/>
                </a:solidFill>
              </a:defRPr>
            </a:lvl7pPr>
            <a:lvl8pPr>
              <a:defRPr sz="900" b="0">
                <a:solidFill>
                  <a:srgbClr val="59656E"/>
                </a:solidFill>
              </a:defRPr>
            </a:lvl8pPr>
            <a:lvl9pPr>
              <a:defRPr sz="900" b="0">
                <a:solidFill>
                  <a:srgbClr val="59656E"/>
                </a:solidFill>
              </a:defRPr>
            </a:lvl9pPr>
          </a:lstStyle>
          <a:p>
            <a:pPr>
              <a:defRPr sz="900" b="0">
                <a:solidFill>
                  <a:srgbClr val="59656E"/>
                </a:solidFill>
              </a:defRPr>
            </a:pPr>
            <a:r>
              <a:rPr sz="900" b="0">
                <a:solidFill>
                  <a:srgbClr val="59656E"/>
                </a:solidFill>
              </a:rPr>
              <a:t>鎖頭銀行 M365 COPILOT 黑客松  •  2026.10  | 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DAEA6F-BF13-40D8-ABF9-B2F6D3A186E1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809750" cy="285750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9896A6-785B-4E5B-A859-A1E7F664C8AC}"/>
              </a:ext>
            </a:extLst>
          </p:cNvPr>
          <p:cNvSpPr>
            <a:spLocks noGrp="1"/>
          </p:cNvSpPr>
          <p:nvPr/>
        </p:nvSpPr>
        <p:spPr>
          <a:xfrm>
            <a:off x="781050" y="1704975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202A33"/>
                </a:solidFill>
              </a:defRPr>
            </a:defPPr>
            <a:lvl1pPr>
              <a:defRPr sz="1050" b="1">
                <a:solidFill>
                  <a:srgbClr val="202A33"/>
                </a:solidFill>
              </a:defRPr>
            </a:lvl1pPr>
            <a:lvl2pPr>
              <a:defRPr sz="1050" b="1">
                <a:solidFill>
                  <a:srgbClr val="202A33"/>
                </a:solidFill>
              </a:defRPr>
            </a:lvl2pPr>
            <a:lvl3pPr>
              <a:defRPr sz="1050" b="1">
                <a:solidFill>
                  <a:srgbClr val="202A33"/>
                </a:solidFill>
              </a:defRPr>
            </a:lvl3pPr>
            <a:lvl4pPr>
              <a:defRPr sz="1050" b="1">
                <a:solidFill>
                  <a:srgbClr val="202A33"/>
                </a:solidFill>
              </a:defRPr>
            </a:lvl4pPr>
            <a:lvl5pPr>
              <a:defRPr sz="1050" b="1">
                <a:solidFill>
                  <a:srgbClr val="202A33"/>
                </a:solidFill>
              </a:defRPr>
            </a:lvl5pPr>
            <a:lvl6pPr>
              <a:defRPr sz="1050" b="1">
                <a:solidFill>
                  <a:srgbClr val="202A33"/>
                </a:solidFill>
              </a:defRPr>
            </a:lvl6pPr>
            <a:lvl7pPr>
              <a:defRPr sz="1050" b="1">
                <a:solidFill>
                  <a:srgbClr val="202A33"/>
                </a:solidFill>
              </a:defRPr>
            </a:lvl7pPr>
            <a:lvl8pPr>
              <a:defRPr sz="1050" b="1">
                <a:solidFill>
                  <a:srgbClr val="202A33"/>
                </a:solidFill>
              </a:defRPr>
            </a:lvl8pPr>
            <a:lvl9pPr>
              <a:defRPr sz="1050" b="1">
                <a:solidFill>
                  <a:srgbClr val="202A33"/>
                </a:solidFill>
              </a:defRPr>
            </a:lvl9pPr>
          </a:lstStyle>
          <a:p>
            <a:pPr>
              <a:defRPr sz="1050" b="1">
                <a:solidFill>
                  <a:srgbClr val="202A33"/>
                </a:solidFill>
              </a:defRPr>
            </a:pPr>
            <a:r>
              <a:rPr sz="1050" b="1">
                <a:solidFill>
                  <a:srgbClr val="202A33"/>
                </a:solidFill>
              </a:rPr>
              <a:t>固定 UAT 案例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34B792-D89A-428B-8DD0-F691C35479D5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057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1">
                <a:solidFill>
                  <a:srgbClr val="202A33"/>
                </a:solidFill>
              </a:defRPr>
            </a:defPPr>
            <a:lvl1pPr>
              <a:defRPr sz="2025" b="1">
                <a:solidFill>
                  <a:srgbClr val="202A33"/>
                </a:solidFill>
              </a:defRPr>
            </a:lvl1pPr>
            <a:lvl2pPr>
              <a:defRPr sz="2025" b="1">
                <a:solidFill>
                  <a:srgbClr val="202A33"/>
                </a:solidFill>
              </a:defRPr>
            </a:lvl2pPr>
            <a:lvl3pPr>
              <a:defRPr sz="2025" b="1">
                <a:solidFill>
                  <a:srgbClr val="202A33"/>
                </a:solidFill>
              </a:defRPr>
            </a:lvl3pPr>
            <a:lvl4pPr>
              <a:defRPr sz="2025" b="1">
                <a:solidFill>
                  <a:srgbClr val="202A33"/>
                </a:solidFill>
              </a:defRPr>
            </a:lvl4pPr>
            <a:lvl5pPr>
              <a:defRPr sz="2025" b="1">
                <a:solidFill>
                  <a:srgbClr val="202A33"/>
                </a:solidFill>
              </a:defRPr>
            </a:lvl5pPr>
            <a:lvl6pPr>
              <a:defRPr sz="2025" b="1">
                <a:solidFill>
                  <a:srgbClr val="202A33"/>
                </a:solidFill>
              </a:defRPr>
            </a:lvl6pPr>
            <a:lvl7pPr>
              <a:defRPr sz="2025" b="1">
                <a:solidFill>
                  <a:srgbClr val="202A33"/>
                </a:solidFill>
              </a:defRPr>
            </a:lvl7pPr>
            <a:lvl8pPr>
              <a:defRPr sz="2025" b="1">
                <a:solidFill>
                  <a:srgbClr val="202A33"/>
                </a:solidFill>
              </a:defRPr>
            </a:lvl8pPr>
            <a:lvl9pPr>
              <a:defRPr sz="2025" b="1">
                <a:solidFill>
                  <a:srgbClr val="202A33"/>
                </a:solidFill>
              </a:defRPr>
            </a:lvl9pPr>
          </a:lstStyle>
          <a:p>
            <a:pPr>
              <a:defRPr sz="2025" b="1">
                <a:solidFill>
                  <a:srgbClr val="202A33"/>
                </a:solidFill>
              </a:defRPr>
            </a:pPr>
            <a:r>
              <a:rPr sz="2025" b="1">
                <a:solidFill>
                  <a:srgbClr val="202A33"/>
                </a:solidFill>
              </a:rPr>
              <a:t>DEMO_CUSTOMER.CUSTOMER_SEGMENT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72FA73-69B2-48A0-9EA6-4970C38039C3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2333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59656E"/>
                </a:solidFill>
              </a:defRPr>
            </a:defPPr>
            <a:lvl1pPr>
              <a:defRPr sz="1875" b="1">
                <a:solidFill>
                  <a:srgbClr val="59656E"/>
                </a:solidFill>
              </a:defRPr>
            </a:lvl1pPr>
            <a:lvl2pPr>
              <a:defRPr sz="1875" b="1">
                <a:solidFill>
                  <a:srgbClr val="59656E"/>
                </a:solidFill>
              </a:defRPr>
            </a:lvl2pPr>
            <a:lvl3pPr>
              <a:defRPr sz="1875" b="1">
                <a:solidFill>
                  <a:srgbClr val="59656E"/>
                </a:solidFill>
              </a:defRPr>
            </a:lvl3pPr>
            <a:lvl4pPr>
              <a:defRPr sz="1875" b="1">
                <a:solidFill>
                  <a:srgbClr val="59656E"/>
                </a:solidFill>
              </a:defRPr>
            </a:lvl4pPr>
            <a:lvl5pPr>
              <a:defRPr sz="1875" b="1">
                <a:solidFill>
                  <a:srgbClr val="59656E"/>
                </a:solidFill>
              </a:defRPr>
            </a:lvl5pPr>
            <a:lvl6pPr>
              <a:defRPr sz="1875" b="1">
                <a:solidFill>
                  <a:srgbClr val="59656E"/>
                </a:solidFill>
              </a:defRPr>
            </a:lvl6pPr>
            <a:lvl7pPr>
              <a:defRPr sz="1875" b="1">
                <a:solidFill>
                  <a:srgbClr val="59656E"/>
                </a:solidFill>
              </a:defRPr>
            </a:lvl7pPr>
            <a:lvl8pPr>
              <a:defRPr sz="1875" b="1">
                <a:solidFill>
                  <a:srgbClr val="59656E"/>
                </a:solidFill>
              </a:defRPr>
            </a:lvl8pPr>
            <a:lvl9pPr>
              <a:defRPr sz="1875" b="1">
                <a:solidFill>
                  <a:srgbClr val="59656E"/>
                </a:solidFill>
              </a:defRPr>
            </a:lvl9pPr>
          </a:lstStyle>
          <a:p>
            <a:pPr>
              <a:defRPr sz="1875" b="1">
                <a:solidFill>
                  <a:srgbClr val="59656E"/>
                </a:solidFill>
              </a:defRPr>
            </a:pPr>
            <a:r>
              <a:rPr sz="1875" b="1">
                <a:solidFill>
                  <a:srgbClr val="59656E"/>
                </a:solidFill>
              </a:rPr>
              <a:t>VARCHAR2(20)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AF53C0-D185-415F-ABE4-E29C656406A7}"/>
              </a:ext>
            </a:extLst>
          </p:cNvPr>
          <p:cNvSpPr>
            <a:spLocks noGrp="1"/>
          </p:cNvSpPr>
          <p:nvPr/>
        </p:nvSpPr>
        <p:spPr>
          <a:xfrm>
            <a:off x="3286125" y="287655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5975ED-E488-4E4F-BFD7-2EF6B36AF9B6}"/>
              </a:ext>
            </a:extLst>
          </p:cNvPr>
          <p:cNvSpPr>
            <a:spLocks noGrp="1"/>
          </p:cNvSpPr>
          <p:nvPr/>
        </p:nvSpPr>
        <p:spPr>
          <a:xfrm>
            <a:off x="3943350" y="28575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365A69"/>
                </a:solidFill>
              </a:defRPr>
            </a:defPPr>
            <a:lvl1pPr>
              <a:defRPr sz="1875" b="1">
                <a:solidFill>
                  <a:srgbClr val="365A69"/>
                </a:solidFill>
              </a:defRPr>
            </a:lvl1pPr>
            <a:lvl2pPr>
              <a:defRPr sz="1875" b="1">
                <a:solidFill>
                  <a:srgbClr val="365A69"/>
                </a:solidFill>
              </a:defRPr>
            </a:lvl2pPr>
            <a:lvl3pPr>
              <a:defRPr sz="1875" b="1">
                <a:solidFill>
                  <a:srgbClr val="365A69"/>
                </a:solidFill>
              </a:defRPr>
            </a:lvl3pPr>
            <a:lvl4pPr>
              <a:defRPr sz="1875" b="1">
                <a:solidFill>
                  <a:srgbClr val="365A69"/>
                </a:solidFill>
              </a:defRPr>
            </a:lvl4pPr>
            <a:lvl5pPr>
              <a:defRPr sz="1875" b="1">
                <a:solidFill>
                  <a:srgbClr val="365A69"/>
                </a:solidFill>
              </a:defRPr>
            </a:lvl5pPr>
            <a:lvl6pPr>
              <a:defRPr sz="1875" b="1">
                <a:solidFill>
                  <a:srgbClr val="365A69"/>
                </a:solidFill>
              </a:defRPr>
            </a:lvl6pPr>
            <a:lvl7pPr>
              <a:defRPr sz="1875" b="1">
                <a:solidFill>
                  <a:srgbClr val="365A69"/>
                </a:solidFill>
              </a:defRPr>
            </a:lvl7pPr>
            <a:lvl8pPr>
              <a:defRPr sz="1875" b="1">
                <a:solidFill>
                  <a:srgbClr val="365A69"/>
                </a:solidFill>
              </a:defRPr>
            </a:lvl8pPr>
            <a:lvl9pPr>
              <a:defRPr sz="1875" b="1">
                <a:solidFill>
                  <a:srgbClr val="365A69"/>
                </a:solidFill>
              </a:defRPr>
            </a:lvl9pPr>
          </a:lstStyle>
          <a:p>
            <a:pPr>
              <a:defRPr sz="1875" b="1">
                <a:solidFill>
                  <a:srgbClr val="365A69"/>
                </a:solidFill>
              </a:defRPr>
            </a:pPr>
            <a:r>
              <a:rPr sz="1875" b="1">
                <a:solidFill>
                  <a:srgbClr val="365A69"/>
                </a:solidFill>
              </a:rPr>
              <a:t>VARCHAR2(40)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4E79E8-9D16-4A4C-BFF7-3C316CFF5D39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預期下游影響（expected.json）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D8FC98-9C50-4A4F-BFE9-A621DF10D47D}"/>
              </a:ext>
            </a:extLst>
          </p:cNvPr>
          <p:cNvSpPr>
            <a:spLocks noGrp="1"/>
          </p:cNvSpPr>
          <p:nvPr/>
        </p:nvSpPr>
        <p:spPr>
          <a:xfrm>
            <a:off x="847725" y="4371975"/>
            <a:ext cx="28575" cy="1266825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1888A4-A523-4A4E-A68F-25B5930C1202}"/>
              </a:ext>
            </a:extLst>
          </p:cNvPr>
          <p:cNvSpPr>
            <a:spLocks noGrp="1"/>
          </p:cNvSpPr>
          <p:nvPr/>
        </p:nvSpPr>
        <p:spPr>
          <a:xfrm>
            <a:off x="1085850" y="42862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365A69"/>
                </a:solidFill>
              </a:defRPr>
            </a:defPPr>
            <a:lvl1pPr>
              <a:defRPr sz="1125" b="1">
                <a:solidFill>
                  <a:srgbClr val="365A69"/>
                </a:solidFill>
              </a:defRPr>
            </a:lvl1pPr>
            <a:lvl2pPr>
              <a:defRPr sz="1125" b="1">
                <a:solidFill>
                  <a:srgbClr val="365A69"/>
                </a:solidFill>
              </a:defRPr>
            </a:lvl2pPr>
            <a:lvl3pPr>
              <a:defRPr sz="1125" b="1">
                <a:solidFill>
                  <a:srgbClr val="365A69"/>
                </a:solidFill>
              </a:defRPr>
            </a:lvl3pPr>
            <a:lvl4pPr>
              <a:defRPr sz="1125" b="1">
                <a:solidFill>
                  <a:srgbClr val="365A69"/>
                </a:solidFill>
              </a:defRPr>
            </a:lvl4pPr>
            <a:lvl5pPr>
              <a:defRPr sz="1125" b="1">
                <a:solidFill>
                  <a:srgbClr val="365A69"/>
                </a:solidFill>
              </a:defRPr>
            </a:lvl5pPr>
            <a:lvl6pPr>
              <a:defRPr sz="1125" b="1">
                <a:solidFill>
                  <a:srgbClr val="365A69"/>
                </a:solidFill>
              </a:defRPr>
            </a:lvl6pPr>
            <a:lvl7pPr>
              <a:defRPr sz="1125" b="1">
                <a:solidFill>
                  <a:srgbClr val="365A69"/>
                </a:solidFill>
              </a:defRPr>
            </a:lvl7pPr>
            <a:lvl8pPr>
              <a:defRPr sz="1125" b="1">
                <a:solidFill>
                  <a:srgbClr val="365A69"/>
                </a:solidFill>
              </a:defRPr>
            </a:lvl8pPr>
            <a:lvl9pPr>
              <a:defRPr sz="1125" b="1">
                <a:solidFill>
                  <a:srgbClr val="365A69"/>
                </a:solidFill>
              </a:defRPr>
            </a:lvl9pPr>
          </a:lstStyle>
          <a:p>
            <a:pPr>
              <a:defRPr sz="1125" b="1">
                <a:solidFill>
                  <a:srgbClr val="365A69"/>
                </a:solidFill>
              </a:defRPr>
            </a:pPr>
            <a:r>
              <a:rPr sz="1125" b="1">
                <a:solidFill>
                  <a:srgbClr val="365A69"/>
                </a:solidFill>
              </a:rPr>
              <a:t>間接｜風險分群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B4E041-00FC-4BF6-BC2B-7754ADB0BC07}"/>
              </a:ext>
            </a:extLst>
          </p:cNvPr>
          <p:cNvSpPr>
            <a:spLocks noGrp="1"/>
          </p:cNvSpPr>
          <p:nvPr/>
        </p:nvSpPr>
        <p:spPr>
          <a:xfrm>
            <a:off x="2667000" y="4238625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5323C"/>
                </a:solidFill>
              </a:defRPr>
            </a:defPPr>
            <a:lvl1pPr>
              <a:defRPr sz="1650" b="1">
                <a:solidFill>
                  <a:srgbClr val="25323C"/>
                </a:solidFill>
              </a:defRPr>
            </a:lvl1pPr>
            <a:lvl2pPr>
              <a:defRPr sz="1650" b="1">
                <a:solidFill>
                  <a:srgbClr val="25323C"/>
                </a:solidFill>
              </a:defRPr>
            </a:lvl2pPr>
            <a:lvl3pPr>
              <a:defRPr sz="1650" b="1">
                <a:solidFill>
                  <a:srgbClr val="25323C"/>
                </a:solidFill>
              </a:defRPr>
            </a:lvl3pPr>
            <a:lvl4pPr>
              <a:defRPr sz="1650" b="1">
                <a:solidFill>
                  <a:srgbClr val="25323C"/>
                </a:solidFill>
              </a:defRPr>
            </a:lvl4pPr>
            <a:lvl5pPr>
              <a:defRPr sz="1650" b="1">
                <a:solidFill>
                  <a:srgbClr val="25323C"/>
                </a:solidFill>
              </a:defRPr>
            </a:lvl5pPr>
            <a:lvl6pPr>
              <a:defRPr sz="1650" b="1">
                <a:solidFill>
                  <a:srgbClr val="25323C"/>
                </a:solidFill>
              </a:defRPr>
            </a:lvl6pPr>
            <a:lvl7pPr>
              <a:defRPr sz="1650" b="1">
                <a:solidFill>
                  <a:srgbClr val="25323C"/>
                </a:solidFill>
              </a:defRPr>
            </a:lvl7pPr>
            <a:lvl8pPr>
              <a:defRPr sz="1650" b="1">
                <a:solidFill>
                  <a:srgbClr val="25323C"/>
                </a:solidFill>
              </a:defRPr>
            </a:lvl8pPr>
            <a:lvl9pPr>
              <a:defRPr sz="1650" b="1">
                <a:solidFill>
                  <a:srgbClr val="25323C"/>
                </a:solidFill>
              </a:defRPr>
            </a:lvl9pPr>
          </a:lstStyle>
          <a:p>
            <a:pPr>
              <a:defRPr sz="1650" b="1">
                <a:solidFill>
                  <a:srgbClr val="25323C"/>
                </a:solidFill>
              </a:defRPr>
            </a:pPr>
            <a:r>
              <a:rPr sz="1650" b="1">
                <a:solidFill>
                  <a:srgbClr val="25323C"/>
                </a:solidFill>
              </a:rPr>
              <a:t>DEMO_RISK_SEGMENTATION.RISK_BUCKET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EF5471-0C63-44B5-8E82-6DFFB9419E44}"/>
              </a:ext>
            </a:extLst>
          </p:cNvPr>
          <p:cNvSpPr>
            <a:spLocks noGrp="1"/>
          </p:cNvSpPr>
          <p:nvPr/>
        </p:nvSpPr>
        <p:spPr>
          <a:xfrm>
            <a:off x="2667000" y="4619625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9656E"/>
                </a:solidFill>
              </a:defRPr>
            </a:defPPr>
            <a:lvl1pPr>
              <a:defRPr sz="1200" b="0">
                <a:solidFill>
                  <a:srgbClr val="59656E"/>
                </a:solidFill>
              </a:defRPr>
            </a:lvl1pPr>
            <a:lvl2pPr>
              <a:defRPr sz="1200" b="0">
                <a:solidFill>
                  <a:srgbClr val="59656E"/>
                </a:solidFill>
              </a:defRPr>
            </a:lvl2pPr>
            <a:lvl3pPr>
              <a:defRPr sz="1200" b="0">
                <a:solidFill>
                  <a:srgbClr val="59656E"/>
                </a:solidFill>
              </a:defRPr>
            </a:lvl3pPr>
            <a:lvl4pPr>
              <a:defRPr sz="1200" b="0">
                <a:solidFill>
                  <a:srgbClr val="59656E"/>
                </a:solidFill>
              </a:defRPr>
            </a:lvl4pPr>
            <a:lvl5pPr>
              <a:defRPr sz="1200" b="0">
                <a:solidFill>
                  <a:srgbClr val="59656E"/>
                </a:solidFill>
              </a:defRPr>
            </a:lvl5pPr>
            <a:lvl6pPr>
              <a:defRPr sz="1200" b="0">
                <a:solidFill>
                  <a:srgbClr val="59656E"/>
                </a:solidFill>
              </a:defRPr>
            </a:lvl6pPr>
            <a:lvl7pPr>
              <a:defRPr sz="1200" b="0">
                <a:solidFill>
                  <a:srgbClr val="59656E"/>
                </a:solidFill>
              </a:defRPr>
            </a:lvl7pPr>
            <a:lvl8pPr>
              <a:defRPr sz="1200" b="0">
                <a:solidFill>
                  <a:srgbClr val="59656E"/>
                </a:solidFill>
              </a:defRPr>
            </a:lvl8pPr>
            <a:lvl9pPr>
              <a:defRPr sz="1200" b="0">
                <a:solidFill>
                  <a:srgbClr val="59656E"/>
                </a:solidFill>
              </a:defRPr>
            </a:lvl9pPr>
          </a:lstStyle>
          <a:p>
            <a:pPr>
              <a:defRPr sz="1200" b="0">
                <a:solidFill>
                  <a:srgbClr val="59656E"/>
                </a:solidFill>
              </a:defRPr>
            </a:pPr>
            <a:r>
              <a:rPr sz="1200" b="0">
                <a:solidFill>
                  <a:srgbClr val="59656E"/>
                </a:solidFill>
              </a:rPr>
              <a:t>DEMO_CUSTOMER.CUSTOMER_SEGMENT → 風險分群欄位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92A2A0-3CFF-451E-9DC7-77DE7D56D408}"/>
              </a:ext>
            </a:extLst>
          </p:cNvPr>
          <p:cNvSpPr>
            <a:spLocks noGrp="1"/>
          </p:cNvSpPr>
          <p:nvPr/>
        </p:nvSpPr>
        <p:spPr>
          <a:xfrm>
            <a:off x="1085850" y="5133975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365A69"/>
                </a:solidFill>
              </a:defRPr>
            </a:defPPr>
            <a:lvl1pPr>
              <a:defRPr sz="1125" b="1">
                <a:solidFill>
                  <a:srgbClr val="365A69"/>
                </a:solidFill>
              </a:defRPr>
            </a:lvl1pPr>
            <a:lvl2pPr>
              <a:defRPr sz="1125" b="1">
                <a:solidFill>
                  <a:srgbClr val="365A69"/>
                </a:solidFill>
              </a:defRPr>
            </a:lvl2pPr>
            <a:lvl3pPr>
              <a:defRPr sz="1125" b="1">
                <a:solidFill>
                  <a:srgbClr val="365A69"/>
                </a:solidFill>
              </a:defRPr>
            </a:lvl3pPr>
            <a:lvl4pPr>
              <a:defRPr sz="1125" b="1">
                <a:solidFill>
                  <a:srgbClr val="365A69"/>
                </a:solidFill>
              </a:defRPr>
            </a:lvl4pPr>
            <a:lvl5pPr>
              <a:defRPr sz="1125" b="1">
                <a:solidFill>
                  <a:srgbClr val="365A69"/>
                </a:solidFill>
              </a:defRPr>
            </a:lvl5pPr>
            <a:lvl6pPr>
              <a:defRPr sz="1125" b="1">
                <a:solidFill>
                  <a:srgbClr val="365A69"/>
                </a:solidFill>
              </a:defRPr>
            </a:lvl6pPr>
            <a:lvl7pPr>
              <a:defRPr sz="1125" b="1">
                <a:solidFill>
                  <a:srgbClr val="365A69"/>
                </a:solidFill>
              </a:defRPr>
            </a:lvl7pPr>
            <a:lvl8pPr>
              <a:defRPr sz="1125" b="1">
                <a:solidFill>
                  <a:srgbClr val="365A69"/>
                </a:solidFill>
              </a:defRPr>
            </a:lvl8pPr>
            <a:lvl9pPr>
              <a:defRPr sz="1125" b="1">
                <a:solidFill>
                  <a:srgbClr val="365A69"/>
                </a:solidFill>
              </a:defRPr>
            </a:lvl9pPr>
          </a:lstStyle>
          <a:p>
            <a:pPr>
              <a:defRPr sz="1125" b="1">
                <a:solidFill>
                  <a:srgbClr val="365A69"/>
                </a:solidFill>
              </a:defRPr>
            </a:pPr>
            <a:r>
              <a:rPr sz="1125" b="1">
                <a:solidFill>
                  <a:srgbClr val="365A69"/>
                </a:solidFill>
              </a:rPr>
              <a:t>直接｜管理報表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EC7338-CC5B-4B8D-B84F-E4EB7C64F438}"/>
              </a:ext>
            </a:extLst>
          </p:cNvPr>
          <p:cNvSpPr>
            <a:spLocks noGrp="1"/>
          </p:cNvSpPr>
          <p:nvPr/>
        </p:nvSpPr>
        <p:spPr>
          <a:xfrm>
            <a:off x="2667000" y="507682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5323C"/>
                </a:solidFill>
              </a:defRPr>
            </a:defPPr>
            <a:lvl1pPr>
              <a:defRPr sz="1650" b="1">
                <a:solidFill>
                  <a:srgbClr val="25323C"/>
                </a:solidFill>
              </a:defRPr>
            </a:lvl1pPr>
            <a:lvl2pPr>
              <a:defRPr sz="1650" b="1">
                <a:solidFill>
                  <a:srgbClr val="25323C"/>
                </a:solidFill>
              </a:defRPr>
            </a:lvl2pPr>
            <a:lvl3pPr>
              <a:defRPr sz="1650" b="1">
                <a:solidFill>
                  <a:srgbClr val="25323C"/>
                </a:solidFill>
              </a:defRPr>
            </a:lvl3pPr>
            <a:lvl4pPr>
              <a:defRPr sz="1650" b="1">
                <a:solidFill>
                  <a:srgbClr val="25323C"/>
                </a:solidFill>
              </a:defRPr>
            </a:lvl4pPr>
            <a:lvl5pPr>
              <a:defRPr sz="1650" b="1">
                <a:solidFill>
                  <a:srgbClr val="25323C"/>
                </a:solidFill>
              </a:defRPr>
            </a:lvl5pPr>
            <a:lvl6pPr>
              <a:defRPr sz="1650" b="1">
                <a:solidFill>
                  <a:srgbClr val="25323C"/>
                </a:solidFill>
              </a:defRPr>
            </a:lvl6pPr>
            <a:lvl7pPr>
              <a:defRPr sz="1650" b="1">
                <a:solidFill>
                  <a:srgbClr val="25323C"/>
                </a:solidFill>
              </a:defRPr>
            </a:lvl7pPr>
            <a:lvl8pPr>
              <a:defRPr sz="1650" b="1">
                <a:solidFill>
                  <a:srgbClr val="25323C"/>
                </a:solidFill>
              </a:defRPr>
            </a:lvl8pPr>
            <a:lvl9pPr>
              <a:defRPr sz="1650" b="1">
                <a:solidFill>
                  <a:srgbClr val="25323C"/>
                </a:solidFill>
              </a:defRPr>
            </a:lvl9pPr>
          </a:lstStyle>
          <a:p>
            <a:pPr>
              <a:defRPr sz="1650" b="1">
                <a:solidFill>
                  <a:srgbClr val="25323C"/>
                </a:solidFill>
              </a:defRPr>
            </a:pPr>
            <a:r>
              <a:rPr sz="1650" b="1">
                <a:solidFill>
                  <a:srgbClr val="25323C"/>
                </a:solidFill>
              </a:rPr>
              <a:t>DEMO_MONTHLY_REPORT.SEGMENT_LABEL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FC57ED-827E-44AC-A7B8-BCD84608E59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57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C65D3B"/>
                </a:solidFill>
              </a:defRPr>
            </a:defPPr>
            <a:lvl1pPr>
              <a:defRPr sz="1200" b="1">
                <a:solidFill>
                  <a:srgbClr val="C65D3B"/>
                </a:solidFill>
              </a:defRPr>
            </a:lvl1pPr>
            <a:lvl2pPr>
              <a:defRPr sz="1200" b="1">
                <a:solidFill>
                  <a:srgbClr val="C65D3B"/>
                </a:solidFill>
              </a:defRPr>
            </a:lvl2pPr>
            <a:lvl3pPr>
              <a:defRPr sz="1200" b="1">
                <a:solidFill>
                  <a:srgbClr val="C65D3B"/>
                </a:solidFill>
              </a:defRPr>
            </a:lvl3pPr>
            <a:lvl4pPr>
              <a:defRPr sz="1200" b="1">
                <a:solidFill>
                  <a:srgbClr val="C65D3B"/>
                </a:solidFill>
              </a:defRPr>
            </a:lvl4pPr>
            <a:lvl5pPr>
              <a:defRPr sz="1200" b="1">
                <a:solidFill>
                  <a:srgbClr val="C65D3B"/>
                </a:solidFill>
              </a:defRPr>
            </a:lvl5pPr>
            <a:lvl6pPr>
              <a:defRPr sz="1200" b="1">
                <a:solidFill>
                  <a:srgbClr val="C65D3B"/>
                </a:solidFill>
              </a:defRPr>
            </a:lvl6pPr>
            <a:lvl7pPr>
              <a:defRPr sz="1200" b="1">
                <a:solidFill>
                  <a:srgbClr val="C65D3B"/>
                </a:solidFill>
              </a:defRPr>
            </a:lvl7pPr>
            <a:lvl8pPr>
              <a:defRPr sz="1200" b="1">
                <a:solidFill>
                  <a:srgbClr val="C65D3B"/>
                </a:solidFill>
              </a:defRPr>
            </a:lvl8pPr>
            <a:lvl9pPr>
              <a:defRPr sz="1200" b="1">
                <a:solidFill>
                  <a:srgbClr val="C65D3B"/>
                </a:solidFill>
              </a:defRPr>
            </a:lvl9pPr>
          </a:lstStyle>
          <a:p>
            <a:pPr>
              <a:defRPr sz="1200" b="1">
                <a:solidFill>
                  <a:srgbClr val="C65D3B"/>
                </a:solidFill>
              </a:defRPr>
            </a:pPr>
            <a:r>
              <a:rPr sz="1200" b="1">
                <a:solidFill>
                  <a:srgbClr val="C65D3B"/>
                </a:solidFill>
              </a:rPr>
              <a:t>expected.json 為測試基準；Copilot Chat 實際回答與證據支持率仍待演練評分。</a:t>
            </a:r>
          </a:p>
        </p:txBody>
      </p:sp>
    </p:spTree>
    <p:extLst>
      <p:ext uri="{BB962C8B-B14F-4D97-AF65-F5344CB8AC3E}">
        <p14:creationId xmlns:p14="http://schemas.microsoft.com/office/powerpoint/2010/main" val="985985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78FA62A-34E7-4353-8DF1-B528C5CE071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202A33"/>
                </a:solidFill>
              </a:defRPr>
            </a:defPPr>
            <a:lvl1pPr>
              <a:defRPr sz="1125" b="1">
                <a:solidFill>
                  <a:srgbClr val="202A33"/>
                </a:solidFill>
              </a:defRPr>
            </a:lvl1pPr>
            <a:lvl2pPr>
              <a:defRPr sz="1125" b="1">
                <a:solidFill>
                  <a:srgbClr val="202A33"/>
                </a:solidFill>
              </a:defRPr>
            </a:lvl2pPr>
            <a:lvl3pPr>
              <a:defRPr sz="1125" b="1">
                <a:solidFill>
                  <a:srgbClr val="202A33"/>
                </a:solidFill>
              </a:defRPr>
            </a:lvl3pPr>
            <a:lvl4pPr>
              <a:defRPr sz="1125" b="1">
                <a:solidFill>
                  <a:srgbClr val="202A33"/>
                </a:solidFill>
              </a:defRPr>
            </a:lvl4pPr>
            <a:lvl5pPr>
              <a:defRPr sz="1125" b="1">
                <a:solidFill>
                  <a:srgbClr val="202A33"/>
                </a:solidFill>
              </a:defRPr>
            </a:lvl5pPr>
            <a:lvl6pPr>
              <a:defRPr sz="1125" b="1">
                <a:solidFill>
                  <a:srgbClr val="202A33"/>
                </a:solidFill>
              </a:defRPr>
            </a:lvl6pPr>
            <a:lvl7pPr>
              <a:defRPr sz="1125" b="1">
                <a:solidFill>
                  <a:srgbClr val="202A33"/>
                </a:solidFill>
              </a:defRPr>
            </a:lvl7pPr>
            <a:lvl8pPr>
              <a:defRPr sz="1125" b="1">
                <a:solidFill>
                  <a:srgbClr val="202A33"/>
                </a:solidFill>
              </a:defRPr>
            </a:lvl8pPr>
            <a:lvl9pPr>
              <a:defRPr sz="1125" b="1">
                <a:solidFill>
                  <a:srgbClr val="202A33"/>
                </a:solidFill>
              </a:defRPr>
            </a:lvl9pPr>
          </a:lstStyle>
          <a:p>
            <a:pPr>
              <a:defRPr sz="1125" b="1">
                <a:solidFill>
                  <a:srgbClr val="202A33"/>
                </a:solidFill>
              </a:defRPr>
            </a:pPr>
            <a:r>
              <a:rPr sz="1125" b="1">
                <a:solidFill>
                  <a:srgbClr val="202A33"/>
                </a:solidFill>
              </a:rPr>
              <a:t>SQL SPA TOOLS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701CFC-D3CD-4211-8518-9DCEFF15CDD4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87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02A33"/>
                </a:solidFill>
              </a:defRPr>
            </a:defPPr>
            <a:lvl1pPr>
              <a:defRPr sz="2850" b="1">
                <a:solidFill>
                  <a:srgbClr val="202A33"/>
                </a:solidFill>
              </a:defRPr>
            </a:lvl1pPr>
            <a:lvl2pPr>
              <a:defRPr sz="2850" b="1">
                <a:solidFill>
                  <a:srgbClr val="202A33"/>
                </a:solidFill>
              </a:defRPr>
            </a:lvl2pPr>
            <a:lvl3pPr>
              <a:defRPr sz="2850" b="1">
                <a:solidFill>
                  <a:srgbClr val="202A33"/>
                </a:solidFill>
              </a:defRPr>
            </a:lvl3pPr>
            <a:lvl4pPr>
              <a:defRPr sz="2850" b="1">
                <a:solidFill>
                  <a:srgbClr val="202A33"/>
                </a:solidFill>
              </a:defRPr>
            </a:lvl4pPr>
            <a:lvl5pPr>
              <a:defRPr sz="2850" b="1">
                <a:solidFill>
                  <a:srgbClr val="202A33"/>
                </a:solidFill>
              </a:defRPr>
            </a:lvl5pPr>
            <a:lvl6pPr>
              <a:defRPr sz="2850" b="1">
                <a:solidFill>
                  <a:srgbClr val="202A33"/>
                </a:solidFill>
              </a:defRPr>
            </a:lvl6pPr>
            <a:lvl7pPr>
              <a:defRPr sz="2850" b="1">
                <a:solidFill>
                  <a:srgbClr val="202A33"/>
                </a:solidFill>
              </a:defRPr>
            </a:lvl7pPr>
            <a:lvl8pPr>
              <a:defRPr sz="2850" b="1">
                <a:solidFill>
                  <a:srgbClr val="202A33"/>
                </a:solidFill>
              </a:defRPr>
            </a:lvl8pPr>
            <a:lvl9pPr>
              <a:defRPr sz="2850" b="1">
                <a:solidFill>
                  <a:srgbClr val="202A33"/>
                </a:solidFill>
              </a:defRPr>
            </a:lvl9pPr>
          </a:lstStyle>
          <a:p>
            <a:pPr>
              <a:defRPr sz="2850" b="1">
                <a:solidFill>
                  <a:srgbClr val="202A33"/>
                </a:solidFill>
              </a:defRPr>
            </a:pPr>
            <a:r>
              <a:rPr sz="2850" b="1">
                <a:solidFill>
                  <a:srgbClr val="202A33"/>
                </a:solidFill>
              </a:rPr>
              <a:t>M365 Copilot 如何協助完成風險覆核工具開發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F76286-B0ED-4768-B7DA-5997643F90CA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28575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C3D978-43E5-450B-951A-73D2E7A270D5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1087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9656E"/>
                </a:solidFill>
              </a:defRPr>
            </a:defPPr>
            <a:lvl1pPr>
              <a:defRPr sz="900" b="0">
                <a:solidFill>
                  <a:srgbClr val="59656E"/>
                </a:solidFill>
              </a:defRPr>
            </a:lvl1pPr>
            <a:lvl2pPr>
              <a:defRPr sz="900" b="0">
                <a:solidFill>
                  <a:srgbClr val="59656E"/>
                </a:solidFill>
              </a:defRPr>
            </a:lvl2pPr>
            <a:lvl3pPr>
              <a:defRPr sz="900" b="0">
                <a:solidFill>
                  <a:srgbClr val="59656E"/>
                </a:solidFill>
              </a:defRPr>
            </a:lvl3pPr>
            <a:lvl4pPr>
              <a:defRPr sz="900" b="0">
                <a:solidFill>
                  <a:srgbClr val="59656E"/>
                </a:solidFill>
              </a:defRPr>
            </a:lvl4pPr>
            <a:lvl5pPr>
              <a:defRPr sz="900" b="0">
                <a:solidFill>
                  <a:srgbClr val="59656E"/>
                </a:solidFill>
              </a:defRPr>
            </a:lvl5pPr>
            <a:lvl6pPr>
              <a:defRPr sz="900" b="0">
                <a:solidFill>
                  <a:srgbClr val="59656E"/>
                </a:solidFill>
              </a:defRPr>
            </a:lvl6pPr>
            <a:lvl7pPr>
              <a:defRPr sz="900" b="0">
                <a:solidFill>
                  <a:srgbClr val="59656E"/>
                </a:solidFill>
              </a:defRPr>
            </a:lvl7pPr>
            <a:lvl8pPr>
              <a:defRPr sz="900" b="0">
                <a:solidFill>
                  <a:srgbClr val="59656E"/>
                </a:solidFill>
              </a:defRPr>
            </a:lvl8pPr>
            <a:lvl9pPr>
              <a:defRPr sz="900" b="0">
                <a:solidFill>
                  <a:srgbClr val="59656E"/>
                </a:solidFill>
              </a:defRPr>
            </a:lvl9pPr>
          </a:lstStyle>
          <a:p>
            <a:pPr>
              <a:defRPr sz="900" b="0">
                <a:solidFill>
                  <a:srgbClr val="59656E"/>
                </a:solidFill>
              </a:defRPr>
            </a:pPr>
            <a:r>
              <a:rPr sz="900" b="0">
                <a:solidFill>
                  <a:srgbClr val="59656E"/>
                </a:solidFill>
              </a:rPr>
              <a:t>鎖頭銀行 M365 COPILOT 黑客松  •  2026.10  |  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93F505-4CAE-4D10-93BC-EE40755B6734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365A69"/>
                </a:solidFill>
              </a:defRPr>
            </a:defPPr>
            <a:lvl1pPr>
              <a:defRPr sz="1800" b="1">
                <a:solidFill>
                  <a:srgbClr val="365A69"/>
                </a:solidFill>
              </a:defRPr>
            </a:lvl1pPr>
            <a:lvl2pPr>
              <a:defRPr sz="1800" b="1">
                <a:solidFill>
                  <a:srgbClr val="365A69"/>
                </a:solidFill>
              </a:defRPr>
            </a:lvl2pPr>
            <a:lvl3pPr>
              <a:defRPr sz="1800" b="1">
                <a:solidFill>
                  <a:srgbClr val="365A69"/>
                </a:solidFill>
              </a:defRPr>
            </a:lvl3pPr>
            <a:lvl4pPr>
              <a:defRPr sz="1800" b="1">
                <a:solidFill>
                  <a:srgbClr val="365A69"/>
                </a:solidFill>
              </a:defRPr>
            </a:lvl4pPr>
            <a:lvl5pPr>
              <a:defRPr sz="1800" b="1">
                <a:solidFill>
                  <a:srgbClr val="365A69"/>
                </a:solidFill>
              </a:defRPr>
            </a:lvl5pPr>
            <a:lvl6pPr>
              <a:defRPr sz="1800" b="1">
                <a:solidFill>
                  <a:srgbClr val="365A69"/>
                </a:solidFill>
              </a:defRPr>
            </a:lvl6pPr>
            <a:lvl7pPr>
              <a:defRPr sz="1800" b="1">
                <a:solidFill>
                  <a:srgbClr val="365A69"/>
                </a:solidFill>
              </a:defRPr>
            </a:lvl7pPr>
            <a:lvl8pPr>
              <a:defRPr sz="1800" b="1">
                <a:solidFill>
                  <a:srgbClr val="365A69"/>
                </a:solidFill>
              </a:defRPr>
            </a:lvl8pPr>
            <a:lvl9pPr>
              <a:defRPr sz="1800" b="1">
                <a:solidFill>
                  <a:srgbClr val="365A69"/>
                </a:solidFill>
              </a:defRPr>
            </a:lvl9pPr>
          </a:lstStyle>
          <a:p>
            <a:pPr>
              <a:defRPr sz="1800" b="1">
                <a:solidFill>
                  <a:srgbClr val="365A69"/>
                </a:solidFill>
              </a:defRPr>
            </a:pPr>
            <a:r>
              <a:rPr sz="1800" b="1">
                <a:solidFill>
                  <a:srgbClr val="365A69"/>
                </a:solidFill>
              </a:rPr>
              <a:t>從風險管理需求整理，到前端功能迭代與合成案例驗收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537014-18B0-4B8E-99A3-CC0C12154A90}"/>
              </a:ext>
            </a:extLst>
          </p:cNvPr>
          <p:cNvSpPr>
            <a:spLocks noGrp="1"/>
          </p:cNvSpPr>
          <p:nvPr/>
        </p:nvSpPr>
        <p:spPr>
          <a:xfrm>
            <a:off x="762000" y="243840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65A69"/>
                </a:solidFill>
              </a:defRPr>
            </a:defPPr>
            <a:lvl1pPr>
              <a:defRPr sz="1950" b="1">
                <a:solidFill>
                  <a:srgbClr val="365A69"/>
                </a:solidFill>
              </a:defRPr>
            </a:lvl1pPr>
            <a:lvl2pPr>
              <a:defRPr sz="1950" b="1">
                <a:solidFill>
                  <a:srgbClr val="365A69"/>
                </a:solidFill>
              </a:defRPr>
            </a:lvl2pPr>
            <a:lvl3pPr>
              <a:defRPr sz="1950" b="1">
                <a:solidFill>
                  <a:srgbClr val="365A69"/>
                </a:solidFill>
              </a:defRPr>
            </a:lvl3pPr>
            <a:lvl4pPr>
              <a:defRPr sz="1950" b="1">
                <a:solidFill>
                  <a:srgbClr val="365A69"/>
                </a:solidFill>
              </a:defRPr>
            </a:lvl4pPr>
            <a:lvl5pPr>
              <a:defRPr sz="1950" b="1">
                <a:solidFill>
                  <a:srgbClr val="365A69"/>
                </a:solidFill>
              </a:defRPr>
            </a:lvl5pPr>
            <a:lvl6pPr>
              <a:defRPr sz="1950" b="1">
                <a:solidFill>
                  <a:srgbClr val="365A69"/>
                </a:solidFill>
              </a:defRPr>
            </a:lvl6pPr>
            <a:lvl7pPr>
              <a:defRPr sz="1950" b="1">
                <a:solidFill>
                  <a:srgbClr val="365A69"/>
                </a:solidFill>
              </a:defRPr>
            </a:lvl7pPr>
            <a:lvl8pPr>
              <a:defRPr sz="1950" b="1">
                <a:solidFill>
                  <a:srgbClr val="365A69"/>
                </a:solidFill>
              </a:defRPr>
            </a:lvl8pPr>
            <a:lvl9pPr>
              <a:defRPr sz="1950" b="1">
                <a:solidFill>
                  <a:srgbClr val="365A69"/>
                </a:solidFill>
              </a:defRPr>
            </a:lvl9pPr>
          </a:lstStyle>
          <a:p>
            <a:pPr>
              <a:defRPr sz="1950" b="1">
                <a:solidFill>
                  <a:srgbClr val="365A69"/>
                </a:solidFill>
              </a:defRPr>
            </a:pPr>
            <a:r>
              <a:rPr sz="1950" b="1">
                <a:solidFill>
                  <a:srgbClr val="365A69"/>
                </a:solidFill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430DF8-93DB-4970-8434-DE6FBA702CF5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需求拆解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632F23-03B4-43CE-B515-A93B90866914}"/>
              </a:ext>
            </a:extLst>
          </p:cNvPr>
          <p:cNvSpPr>
            <a:spLocks noGrp="1"/>
          </p:cNvSpPr>
          <p:nvPr/>
        </p:nvSpPr>
        <p:spPr>
          <a:xfrm>
            <a:off x="762000" y="3371850"/>
            <a:ext cx="22098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25323C"/>
                </a:solidFill>
              </a:defRPr>
            </a:defPPr>
            <a:lvl1pPr>
              <a:defRPr sz="1350" b="0">
                <a:solidFill>
                  <a:srgbClr val="25323C"/>
                </a:solidFill>
              </a:defRPr>
            </a:lvl1pPr>
            <a:lvl2pPr>
              <a:defRPr sz="1350" b="0">
                <a:solidFill>
                  <a:srgbClr val="25323C"/>
                </a:solidFill>
              </a:defRPr>
            </a:lvl2pPr>
            <a:lvl3pPr>
              <a:defRPr sz="1350" b="0">
                <a:solidFill>
                  <a:srgbClr val="25323C"/>
                </a:solidFill>
              </a:defRPr>
            </a:lvl3pPr>
            <a:lvl4pPr>
              <a:defRPr sz="1350" b="0">
                <a:solidFill>
                  <a:srgbClr val="25323C"/>
                </a:solidFill>
              </a:defRPr>
            </a:lvl4pPr>
            <a:lvl5pPr>
              <a:defRPr sz="1350" b="0">
                <a:solidFill>
                  <a:srgbClr val="25323C"/>
                </a:solidFill>
              </a:defRPr>
            </a:lvl5pPr>
            <a:lvl6pPr>
              <a:defRPr sz="1350" b="0">
                <a:solidFill>
                  <a:srgbClr val="25323C"/>
                </a:solidFill>
              </a:defRPr>
            </a:lvl6pPr>
            <a:lvl7pPr>
              <a:defRPr sz="1350" b="0">
                <a:solidFill>
                  <a:srgbClr val="25323C"/>
                </a:solidFill>
              </a:defRPr>
            </a:lvl7pPr>
            <a:lvl8pPr>
              <a:defRPr sz="1350" b="0">
                <a:solidFill>
                  <a:srgbClr val="25323C"/>
                </a:solidFill>
              </a:defRPr>
            </a:lvl8pPr>
            <a:lvl9pPr>
              <a:defRPr sz="1350" b="0">
                <a:solidFill>
                  <a:srgbClr val="25323C"/>
                </a:solidFill>
              </a:defRPr>
            </a:lvl9pPr>
          </a:lstStyle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把風險覆核需求</a:t>
            </a:r>
          </a:p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整理成操作流程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FA09B5-ADBE-4609-B217-C83ADC236D5F}"/>
              </a:ext>
            </a:extLst>
          </p:cNvPr>
          <p:cNvSpPr>
            <a:spLocks noGrp="1"/>
          </p:cNvSpPr>
          <p:nvPr/>
        </p:nvSpPr>
        <p:spPr>
          <a:xfrm>
            <a:off x="3028950" y="291465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ACF20E-B685-4213-8A66-764EDABA434C}"/>
              </a:ext>
            </a:extLst>
          </p:cNvPr>
          <p:cNvSpPr>
            <a:spLocks noGrp="1"/>
          </p:cNvSpPr>
          <p:nvPr/>
        </p:nvSpPr>
        <p:spPr>
          <a:xfrm>
            <a:off x="3562350" y="243840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65A69"/>
                </a:solidFill>
              </a:defRPr>
            </a:defPPr>
            <a:lvl1pPr>
              <a:defRPr sz="1950" b="1">
                <a:solidFill>
                  <a:srgbClr val="365A69"/>
                </a:solidFill>
              </a:defRPr>
            </a:lvl1pPr>
            <a:lvl2pPr>
              <a:defRPr sz="1950" b="1">
                <a:solidFill>
                  <a:srgbClr val="365A69"/>
                </a:solidFill>
              </a:defRPr>
            </a:lvl2pPr>
            <a:lvl3pPr>
              <a:defRPr sz="1950" b="1">
                <a:solidFill>
                  <a:srgbClr val="365A69"/>
                </a:solidFill>
              </a:defRPr>
            </a:lvl3pPr>
            <a:lvl4pPr>
              <a:defRPr sz="1950" b="1">
                <a:solidFill>
                  <a:srgbClr val="365A69"/>
                </a:solidFill>
              </a:defRPr>
            </a:lvl4pPr>
            <a:lvl5pPr>
              <a:defRPr sz="1950" b="1">
                <a:solidFill>
                  <a:srgbClr val="365A69"/>
                </a:solidFill>
              </a:defRPr>
            </a:lvl5pPr>
            <a:lvl6pPr>
              <a:defRPr sz="1950" b="1">
                <a:solidFill>
                  <a:srgbClr val="365A69"/>
                </a:solidFill>
              </a:defRPr>
            </a:lvl6pPr>
            <a:lvl7pPr>
              <a:defRPr sz="1950" b="1">
                <a:solidFill>
                  <a:srgbClr val="365A69"/>
                </a:solidFill>
              </a:defRPr>
            </a:lvl7pPr>
            <a:lvl8pPr>
              <a:defRPr sz="1950" b="1">
                <a:solidFill>
                  <a:srgbClr val="365A69"/>
                </a:solidFill>
              </a:defRPr>
            </a:lvl8pPr>
            <a:lvl9pPr>
              <a:defRPr sz="1950" b="1">
                <a:solidFill>
                  <a:srgbClr val="365A69"/>
                </a:solidFill>
              </a:defRPr>
            </a:lvl9pPr>
          </a:lstStyle>
          <a:p>
            <a:pPr>
              <a:defRPr sz="1950" b="1">
                <a:solidFill>
                  <a:srgbClr val="365A69"/>
                </a:solidFill>
              </a:defRPr>
            </a:pPr>
            <a:r>
              <a:rPr sz="1950" b="1">
                <a:solidFill>
                  <a:srgbClr val="365A69"/>
                </a:solidFill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7BF8C9-87BB-482A-80E4-E3F755094DEB}"/>
              </a:ext>
            </a:extLst>
          </p:cNvPr>
          <p:cNvSpPr>
            <a:spLocks noGrp="1"/>
          </p:cNvSpPr>
          <p:nvPr/>
        </p:nvSpPr>
        <p:spPr>
          <a:xfrm>
            <a:off x="3562350" y="29146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程式迭代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8F656D-84CE-442C-905C-9B38D1F67F39}"/>
              </a:ext>
            </a:extLst>
          </p:cNvPr>
          <p:cNvSpPr>
            <a:spLocks noGrp="1"/>
          </p:cNvSpPr>
          <p:nvPr/>
        </p:nvSpPr>
        <p:spPr>
          <a:xfrm>
            <a:off x="3562350" y="3371850"/>
            <a:ext cx="22098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25323C"/>
                </a:solidFill>
              </a:defRPr>
            </a:defPPr>
            <a:lvl1pPr>
              <a:defRPr sz="1350" b="0">
                <a:solidFill>
                  <a:srgbClr val="25323C"/>
                </a:solidFill>
              </a:defRPr>
            </a:lvl1pPr>
            <a:lvl2pPr>
              <a:defRPr sz="1350" b="0">
                <a:solidFill>
                  <a:srgbClr val="25323C"/>
                </a:solidFill>
              </a:defRPr>
            </a:lvl2pPr>
            <a:lvl3pPr>
              <a:defRPr sz="1350" b="0">
                <a:solidFill>
                  <a:srgbClr val="25323C"/>
                </a:solidFill>
              </a:defRPr>
            </a:lvl3pPr>
            <a:lvl4pPr>
              <a:defRPr sz="1350" b="0">
                <a:solidFill>
                  <a:srgbClr val="25323C"/>
                </a:solidFill>
              </a:defRPr>
            </a:lvl4pPr>
            <a:lvl5pPr>
              <a:defRPr sz="1350" b="0">
                <a:solidFill>
                  <a:srgbClr val="25323C"/>
                </a:solidFill>
              </a:defRPr>
            </a:lvl5pPr>
            <a:lvl6pPr>
              <a:defRPr sz="1350" b="0">
                <a:solidFill>
                  <a:srgbClr val="25323C"/>
                </a:solidFill>
              </a:defRPr>
            </a:lvl6pPr>
            <a:lvl7pPr>
              <a:defRPr sz="1350" b="0">
                <a:solidFill>
                  <a:srgbClr val="25323C"/>
                </a:solidFill>
              </a:defRPr>
            </a:lvl7pPr>
            <a:lvl8pPr>
              <a:defRPr sz="1350" b="0">
                <a:solidFill>
                  <a:srgbClr val="25323C"/>
                </a:solidFill>
              </a:defRPr>
            </a:lvl8pPr>
            <a:lvl9pPr>
              <a:defRPr sz="1350" b="0">
                <a:solidFill>
                  <a:srgbClr val="25323C"/>
                </a:solidFill>
              </a:defRPr>
            </a:lvl9pPr>
          </a:lstStyle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以自然語言說明</a:t>
            </a:r>
          </a:p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功能需求並輔助草擬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F18479-C7A7-4FE5-B51B-53888839DCCC}"/>
              </a:ext>
            </a:extLst>
          </p:cNvPr>
          <p:cNvSpPr>
            <a:spLocks noGrp="1"/>
          </p:cNvSpPr>
          <p:nvPr/>
        </p:nvSpPr>
        <p:spPr>
          <a:xfrm>
            <a:off x="5829300" y="291465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7E0277-8DC5-4865-9021-EE134A304F81}"/>
              </a:ext>
            </a:extLst>
          </p:cNvPr>
          <p:cNvSpPr>
            <a:spLocks noGrp="1"/>
          </p:cNvSpPr>
          <p:nvPr/>
        </p:nvSpPr>
        <p:spPr>
          <a:xfrm>
            <a:off x="6362700" y="243840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65A69"/>
                </a:solidFill>
              </a:defRPr>
            </a:defPPr>
            <a:lvl1pPr>
              <a:defRPr sz="1950" b="1">
                <a:solidFill>
                  <a:srgbClr val="365A69"/>
                </a:solidFill>
              </a:defRPr>
            </a:lvl1pPr>
            <a:lvl2pPr>
              <a:defRPr sz="1950" b="1">
                <a:solidFill>
                  <a:srgbClr val="365A69"/>
                </a:solidFill>
              </a:defRPr>
            </a:lvl2pPr>
            <a:lvl3pPr>
              <a:defRPr sz="1950" b="1">
                <a:solidFill>
                  <a:srgbClr val="365A69"/>
                </a:solidFill>
              </a:defRPr>
            </a:lvl3pPr>
            <a:lvl4pPr>
              <a:defRPr sz="1950" b="1">
                <a:solidFill>
                  <a:srgbClr val="365A69"/>
                </a:solidFill>
              </a:defRPr>
            </a:lvl4pPr>
            <a:lvl5pPr>
              <a:defRPr sz="1950" b="1">
                <a:solidFill>
                  <a:srgbClr val="365A69"/>
                </a:solidFill>
              </a:defRPr>
            </a:lvl5pPr>
            <a:lvl6pPr>
              <a:defRPr sz="1950" b="1">
                <a:solidFill>
                  <a:srgbClr val="365A69"/>
                </a:solidFill>
              </a:defRPr>
            </a:lvl6pPr>
            <a:lvl7pPr>
              <a:defRPr sz="1950" b="1">
                <a:solidFill>
                  <a:srgbClr val="365A69"/>
                </a:solidFill>
              </a:defRPr>
            </a:lvl7pPr>
            <a:lvl8pPr>
              <a:defRPr sz="1950" b="1">
                <a:solidFill>
                  <a:srgbClr val="365A69"/>
                </a:solidFill>
              </a:defRPr>
            </a:lvl8pPr>
            <a:lvl9pPr>
              <a:defRPr sz="1950" b="1">
                <a:solidFill>
                  <a:srgbClr val="365A69"/>
                </a:solidFill>
              </a:defRPr>
            </a:lvl9pPr>
          </a:lstStyle>
          <a:p>
            <a:pPr>
              <a:defRPr sz="1950" b="1">
                <a:solidFill>
                  <a:srgbClr val="365A69"/>
                </a:solidFill>
              </a:defRPr>
            </a:pPr>
            <a:r>
              <a:rPr sz="1950" b="1">
                <a:solidFill>
                  <a:srgbClr val="365A69"/>
                </a:solidFill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9631453-DE5C-48F9-A50D-83E2ECE397A2}"/>
              </a:ext>
            </a:extLst>
          </p:cNvPr>
          <p:cNvSpPr>
            <a:spLocks noGrp="1"/>
          </p:cNvSpPr>
          <p:nvPr/>
        </p:nvSpPr>
        <p:spPr>
          <a:xfrm>
            <a:off x="6362700" y="29146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風險管理覆核者驗收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5D31BC-F3C6-4EC6-8F64-093ECA5FA717}"/>
              </a:ext>
            </a:extLst>
          </p:cNvPr>
          <p:cNvSpPr>
            <a:spLocks noGrp="1"/>
          </p:cNvSpPr>
          <p:nvPr/>
        </p:nvSpPr>
        <p:spPr>
          <a:xfrm>
            <a:off x="6362700" y="3371850"/>
            <a:ext cx="22098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25323C"/>
                </a:solidFill>
              </a:defRPr>
            </a:defPPr>
            <a:lvl1pPr>
              <a:defRPr sz="1350" b="0">
                <a:solidFill>
                  <a:srgbClr val="25323C"/>
                </a:solidFill>
              </a:defRPr>
            </a:lvl1pPr>
            <a:lvl2pPr>
              <a:defRPr sz="1350" b="0">
                <a:solidFill>
                  <a:srgbClr val="25323C"/>
                </a:solidFill>
              </a:defRPr>
            </a:lvl2pPr>
            <a:lvl3pPr>
              <a:defRPr sz="1350" b="0">
                <a:solidFill>
                  <a:srgbClr val="25323C"/>
                </a:solidFill>
              </a:defRPr>
            </a:lvl3pPr>
            <a:lvl4pPr>
              <a:defRPr sz="1350" b="0">
                <a:solidFill>
                  <a:srgbClr val="25323C"/>
                </a:solidFill>
              </a:defRPr>
            </a:lvl4pPr>
            <a:lvl5pPr>
              <a:defRPr sz="1350" b="0">
                <a:solidFill>
                  <a:srgbClr val="25323C"/>
                </a:solidFill>
              </a:defRPr>
            </a:lvl5pPr>
            <a:lvl6pPr>
              <a:defRPr sz="1350" b="0">
                <a:solidFill>
                  <a:srgbClr val="25323C"/>
                </a:solidFill>
              </a:defRPr>
            </a:lvl6pPr>
            <a:lvl7pPr>
              <a:defRPr sz="1350" b="0">
                <a:solidFill>
                  <a:srgbClr val="25323C"/>
                </a:solidFill>
              </a:defRPr>
            </a:lvl7pPr>
            <a:lvl8pPr>
              <a:defRPr sz="1350" b="0">
                <a:solidFill>
                  <a:srgbClr val="25323C"/>
                </a:solidFill>
              </a:defRPr>
            </a:lvl8pPr>
            <a:lvl9pPr>
              <a:defRPr sz="1350" b="0">
                <a:solidFill>
                  <a:srgbClr val="25323C"/>
                </a:solidFill>
              </a:defRPr>
            </a:lvl9pPr>
          </a:lstStyle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檢查程式行為、</a:t>
            </a:r>
          </a:p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資料邊界與例外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10FE60-DAD2-4E41-9C87-040297ACE0FF}"/>
              </a:ext>
            </a:extLst>
          </p:cNvPr>
          <p:cNvSpPr>
            <a:spLocks noGrp="1"/>
          </p:cNvSpPr>
          <p:nvPr/>
        </p:nvSpPr>
        <p:spPr>
          <a:xfrm>
            <a:off x="8629650" y="291465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40D7BB-3F62-4CB8-9B1E-9FE4FB91A22E}"/>
              </a:ext>
            </a:extLst>
          </p:cNvPr>
          <p:cNvSpPr>
            <a:spLocks noGrp="1"/>
          </p:cNvSpPr>
          <p:nvPr/>
        </p:nvSpPr>
        <p:spPr>
          <a:xfrm>
            <a:off x="9163050" y="243840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65A69"/>
                </a:solidFill>
              </a:defRPr>
            </a:defPPr>
            <a:lvl1pPr>
              <a:defRPr sz="1950" b="1">
                <a:solidFill>
                  <a:srgbClr val="365A69"/>
                </a:solidFill>
              </a:defRPr>
            </a:lvl1pPr>
            <a:lvl2pPr>
              <a:defRPr sz="1950" b="1">
                <a:solidFill>
                  <a:srgbClr val="365A69"/>
                </a:solidFill>
              </a:defRPr>
            </a:lvl2pPr>
            <a:lvl3pPr>
              <a:defRPr sz="1950" b="1">
                <a:solidFill>
                  <a:srgbClr val="365A69"/>
                </a:solidFill>
              </a:defRPr>
            </a:lvl3pPr>
            <a:lvl4pPr>
              <a:defRPr sz="1950" b="1">
                <a:solidFill>
                  <a:srgbClr val="365A69"/>
                </a:solidFill>
              </a:defRPr>
            </a:lvl4pPr>
            <a:lvl5pPr>
              <a:defRPr sz="1950" b="1">
                <a:solidFill>
                  <a:srgbClr val="365A69"/>
                </a:solidFill>
              </a:defRPr>
            </a:lvl5pPr>
            <a:lvl6pPr>
              <a:defRPr sz="1950" b="1">
                <a:solidFill>
                  <a:srgbClr val="365A69"/>
                </a:solidFill>
              </a:defRPr>
            </a:lvl6pPr>
            <a:lvl7pPr>
              <a:defRPr sz="1950" b="1">
                <a:solidFill>
                  <a:srgbClr val="365A69"/>
                </a:solidFill>
              </a:defRPr>
            </a:lvl7pPr>
            <a:lvl8pPr>
              <a:defRPr sz="1950" b="1">
                <a:solidFill>
                  <a:srgbClr val="365A69"/>
                </a:solidFill>
              </a:defRPr>
            </a:lvl8pPr>
            <a:lvl9pPr>
              <a:defRPr sz="1950" b="1">
                <a:solidFill>
                  <a:srgbClr val="365A69"/>
                </a:solidFill>
              </a:defRPr>
            </a:lvl9pPr>
          </a:lstStyle>
          <a:p>
            <a:pPr>
              <a:defRPr sz="1950" b="1">
                <a:solidFill>
                  <a:srgbClr val="365A69"/>
                </a:solidFill>
              </a:defRPr>
            </a:pPr>
            <a:r>
              <a:rPr sz="1950" b="1">
                <a:solidFill>
                  <a:srgbClr val="365A69"/>
                </a:solidFill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59C6A9-833B-4D4A-B282-D632A8CFC3D2}"/>
              </a:ext>
            </a:extLst>
          </p:cNvPr>
          <p:cNvSpPr>
            <a:spLocks noGrp="1"/>
          </p:cNvSpPr>
          <p:nvPr/>
        </p:nvSpPr>
        <p:spPr>
          <a:xfrm>
            <a:off x="9163050" y="29146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案例回歸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AD1BE3-8160-4FB5-AA9B-068E16938AF0}"/>
              </a:ext>
            </a:extLst>
          </p:cNvPr>
          <p:cNvSpPr>
            <a:spLocks noGrp="1"/>
          </p:cNvSpPr>
          <p:nvPr/>
        </p:nvSpPr>
        <p:spPr>
          <a:xfrm>
            <a:off x="9163050" y="3371850"/>
            <a:ext cx="22098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25323C"/>
                </a:solidFill>
              </a:defRPr>
            </a:defPPr>
            <a:lvl1pPr>
              <a:defRPr sz="1350" b="0">
                <a:solidFill>
                  <a:srgbClr val="25323C"/>
                </a:solidFill>
              </a:defRPr>
            </a:lvl1pPr>
            <a:lvl2pPr>
              <a:defRPr sz="1350" b="0">
                <a:solidFill>
                  <a:srgbClr val="25323C"/>
                </a:solidFill>
              </a:defRPr>
            </a:lvl2pPr>
            <a:lvl3pPr>
              <a:defRPr sz="1350" b="0">
                <a:solidFill>
                  <a:srgbClr val="25323C"/>
                </a:solidFill>
              </a:defRPr>
            </a:lvl3pPr>
            <a:lvl4pPr>
              <a:defRPr sz="1350" b="0">
                <a:solidFill>
                  <a:srgbClr val="25323C"/>
                </a:solidFill>
              </a:defRPr>
            </a:lvl4pPr>
            <a:lvl5pPr>
              <a:defRPr sz="1350" b="0">
                <a:solidFill>
                  <a:srgbClr val="25323C"/>
                </a:solidFill>
              </a:defRPr>
            </a:lvl5pPr>
            <a:lvl6pPr>
              <a:defRPr sz="1350" b="0">
                <a:solidFill>
                  <a:srgbClr val="25323C"/>
                </a:solidFill>
              </a:defRPr>
            </a:lvl6pPr>
            <a:lvl7pPr>
              <a:defRPr sz="1350" b="0">
                <a:solidFill>
                  <a:srgbClr val="25323C"/>
                </a:solidFill>
              </a:defRPr>
            </a:lvl7pPr>
            <a:lvl8pPr>
              <a:defRPr sz="1350" b="0">
                <a:solidFill>
                  <a:srgbClr val="25323C"/>
                </a:solidFill>
              </a:defRPr>
            </a:lvl8pPr>
            <a:lvl9pPr>
              <a:defRPr sz="1350" b="0">
                <a:solidFill>
                  <a:srgbClr val="25323C"/>
                </a:solidFill>
              </a:defRPr>
            </a:lvl9pPr>
          </a:lstStyle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用正常與警告案例</a:t>
            </a:r>
          </a:p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確認輸出契約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73B79C6-6396-4207-B33C-230805F886A3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10744200" cy="19050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6429593-7648-49D6-894B-51963FB4BF49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365A69"/>
                </a:solidFill>
              </a:defRPr>
            </a:defPPr>
            <a:lvl1pPr>
              <a:defRPr sz="1575" b="1">
                <a:solidFill>
                  <a:srgbClr val="365A69"/>
                </a:solidFill>
              </a:defRPr>
            </a:lvl1pPr>
            <a:lvl2pPr>
              <a:defRPr sz="1575" b="1">
                <a:solidFill>
                  <a:srgbClr val="365A69"/>
                </a:solidFill>
              </a:defRPr>
            </a:lvl2pPr>
            <a:lvl3pPr>
              <a:defRPr sz="1575" b="1">
                <a:solidFill>
                  <a:srgbClr val="365A69"/>
                </a:solidFill>
              </a:defRPr>
            </a:lvl3pPr>
            <a:lvl4pPr>
              <a:defRPr sz="1575" b="1">
                <a:solidFill>
                  <a:srgbClr val="365A69"/>
                </a:solidFill>
              </a:defRPr>
            </a:lvl4pPr>
            <a:lvl5pPr>
              <a:defRPr sz="1575" b="1">
                <a:solidFill>
                  <a:srgbClr val="365A69"/>
                </a:solidFill>
              </a:defRPr>
            </a:lvl5pPr>
            <a:lvl6pPr>
              <a:defRPr sz="1575" b="1">
                <a:solidFill>
                  <a:srgbClr val="365A69"/>
                </a:solidFill>
              </a:defRPr>
            </a:lvl6pPr>
            <a:lvl7pPr>
              <a:defRPr sz="1575" b="1">
                <a:solidFill>
                  <a:srgbClr val="365A69"/>
                </a:solidFill>
              </a:defRPr>
            </a:lvl7pPr>
            <a:lvl8pPr>
              <a:defRPr sz="1575" b="1">
                <a:solidFill>
                  <a:srgbClr val="365A69"/>
                </a:solidFill>
              </a:defRPr>
            </a:lvl8pPr>
            <a:lvl9pPr>
              <a:defRPr sz="1575" b="1">
                <a:solidFill>
                  <a:srgbClr val="365A69"/>
                </a:solidFill>
              </a:defRPr>
            </a:lvl9pPr>
          </a:lstStyle>
          <a:p>
            <a:pPr>
              <a:defRPr sz="1575" b="1">
                <a:solidFill>
                  <a:srgbClr val="365A69"/>
                </a:solidFill>
              </a:defRPr>
            </a:pPr>
            <a:r>
              <a:rPr sz="1575" b="1">
                <a:solidFill>
                  <a:srgbClr val="365A69"/>
                </a:solidFill>
              </a:rPr>
              <a:t>M365 Copilot Chat 的工作角色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2EF46B-A5F6-49B6-B9F6-C4D676B88F84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讀取使用者確認的結構化摘要，協助撰寫影響說明與待辦清單；不直接操作工具、資料庫或變更流程。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032767-15F6-4EB3-8AFC-149CA3A15419}"/>
              </a:ext>
            </a:extLst>
          </p:cNvPr>
          <p:cNvSpPr>
            <a:spLocks noGrp="1"/>
          </p:cNvSpPr>
          <p:nvPr/>
        </p:nvSpPr>
        <p:spPr>
          <a:xfrm>
            <a:off x="685800" y="6019800"/>
            <a:ext cx="10382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C65D3B"/>
                </a:solidFill>
              </a:defRPr>
            </a:defPPr>
            <a:lvl1pPr>
              <a:defRPr sz="1125" b="0">
                <a:solidFill>
                  <a:srgbClr val="C65D3B"/>
                </a:solidFill>
              </a:defRPr>
            </a:lvl1pPr>
            <a:lvl2pPr>
              <a:defRPr sz="1125" b="0">
                <a:solidFill>
                  <a:srgbClr val="C65D3B"/>
                </a:solidFill>
              </a:defRPr>
            </a:lvl2pPr>
            <a:lvl3pPr>
              <a:defRPr sz="1125" b="0">
                <a:solidFill>
                  <a:srgbClr val="C65D3B"/>
                </a:solidFill>
              </a:defRPr>
            </a:lvl3pPr>
            <a:lvl4pPr>
              <a:defRPr sz="1125" b="0">
                <a:solidFill>
                  <a:srgbClr val="C65D3B"/>
                </a:solidFill>
              </a:defRPr>
            </a:lvl4pPr>
            <a:lvl5pPr>
              <a:defRPr sz="1125" b="0">
                <a:solidFill>
                  <a:srgbClr val="C65D3B"/>
                </a:solidFill>
              </a:defRPr>
            </a:lvl5pPr>
            <a:lvl6pPr>
              <a:defRPr sz="1125" b="0">
                <a:solidFill>
                  <a:srgbClr val="C65D3B"/>
                </a:solidFill>
              </a:defRPr>
            </a:lvl6pPr>
            <a:lvl7pPr>
              <a:defRPr sz="1125" b="0">
                <a:solidFill>
                  <a:srgbClr val="C65D3B"/>
                </a:solidFill>
              </a:defRPr>
            </a:lvl7pPr>
            <a:lvl8pPr>
              <a:defRPr sz="1125" b="0">
                <a:solidFill>
                  <a:srgbClr val="C65D3B"/>
                </a:solidFill>
              </a:defRPr>
            </a:lvl8pPr>
            <a:lvl9pPr>
              <a:defRPr sz="1125" b="0">
                <a:solidFill>
                  <a:srgbClr val="C65D3B"/>
                </a:solidFill>
              </a:defRPr>
            </a:lvl9pPr>
          </a:lstStyle>
          <a:p>
            <a:pPr>
              <a:defRPr sz="1125" b="0">
                <a:solidFill>
                  <a:srgbClr val="C65D3B"/>
                </a:solidFill>
              </a:defRPr>
            </a:pPr>
            <a:r>
              <a:rPr lang="en-US" altLang="zh-TW" sz="1125" b="0">
                <a:solidFill>
                  <a:srgbClr val="C65D3B"/>
                </a:solidFill>
              </a:rPr>
              <a:t>Colab </a:t>
            </a:r>
            <a:r>
              <a:rPr lang="zh-TW" altLang="en-US" sz="1125" b="0">
                <a:solidFill>
                  <a:srgbClr val="C65D3B"/>
                </a:solidFill>
              </a:rPr>
              <a:t>本機工具回歸有 </a:t>
            </a:r>
            <a:r>
              <a:rPr lang="en-US" altLang="zh-TW" sz="1125" b="0">
                <a:solidFill>
                  <a:srgbClr val="C65D3B"/>
                </a:solidFill>
              </a:rPr>
              <a:t>30 </a:t>
            </a:r>
            <a:r>
              <a:rPr lang="zh-TW" altLang="en-US" sz="1125" b="0">
                <a:solidFill>
                  <a:srgbClr val="C65D3B"/>
                </a:solidFill>
              </a:rPr>
              <a:t>項檢查通過、</a:t>
            </a:r>
            <a:r>
              <a:rPr lang="en-US" altLang="zh-TW" sz="1125" b="0">
                <a:solidFill>
                  <a:srgbClr val="C65D3B"/>
                </a:solidFill>
              </a:rPr>
              <a:t>1,000 </a:t>
            </a:r>
            <a:r>
              <a:rPr lang="zh-TW" altLang="en-US" sz="1125" b="0">
                <a:solidFill>
                  <a:srgbClr val="C65D3B"/>
                </a:solidFill>
              </a:rPr>
              <a:t>筆案例尚未逐筆執行；不代表 </a:t>
            </a:r>
            <a:r>
              <a:rPr lang="en-US" altLang="zh-TW" sz="1125" b="0">
                <a:solidFill>
                  <a:srgbClr val="C65D3B"/>
                </a:solidFill>
              </a:rPr>
              <a:t>Copilot Chat </a:t>
            </a:r>
            <a:r>
              <a:rPr lang="zh-TW" altLang="en-US" sz="1125" b="0">
                <a:solidFill>
                  <a:srgbClr val="C65D3B"/>
                </a:solidFill>
              </a:rPr>
              <a:t>回覆或銀行租用戶驗收。</a:t>
            </a:r>
            <a:endParaRPr sz="1125" b="0">
              <a:solidFill>
                <a:srgbClr val="C65D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951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832FC6B-06E1-4324-A2FC-100485696F8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202A33"/>
                </a:solidFill>
              </a:defRPr>
            </a:defPPr>
            <a:lvl1pPr>
              <a:defRPr sz="1125" b="1">
                <a:solidFill>
                  <a:srgbClr val="202A33"/>
                </a:solidFill>
              </a:defRPr>
            </a:lvl1pPr>
            <a:lvl2pPr>
              <a:defRPr sz="1125" b="1">
                <a:solidFill>
                  <a:srgbClr val="202A33"/>
                </a:solidFill>
              </a:defRPr>
            </a:lvl2pPr>
            <a:lvl3pPr>
              <a:defRPr sz="1125" b="1">
                <a:solidFill>
                  <a:srgbClr val="202A33"/>
                </a:solidFill>
              </a:defRPr>
            </a:lvl3pPr>
            <a:lvl4pPr>
              <a:defRPr sz="1125" b="1">
                <a:solidFill>
                  <a:srgbClr val="202A33"/>
                </a:solidFill>
              </a:defRPr>
            </a:lvl4pPr>
            <a:lvl5pPr>
              <a:defRPr sz="1125" b="1">
                <a:solidFill>
                  <a:srgbClr val="202A33"/>
                </a:solidFill>
              </a:defRPr>
            </a:lvl5pPr>
            <a:lvl6pPr>
              <a:defRPr sz="1125" b="1">
                <a:solidFill>
                  <a:srgbClr val="202A33"/>
                </a:solidFill>
              </a:defRPr>
            </a:lvl6pPr>
            <a:lvl7pPr>
              <a:defRPr sz="1125" b="1">
                <a:solidFill>
                  <a:srgbClr val="202A33"/>
                </a:solidFill>
              </a:defRPr>
            </a:lvl7pPr>
            <a:lvl8pPr>
              <a:defRPr sz="1125" b="1">
                <a:solidFill>
                  <a:srgbClr val="202A33"/>
                </a:solidFill>
              </a:defRPr>
            </a:lvl8pPr>
            <a:lvl9pPr>
              <a:defRPr sz="1125" b="1">
                <a:solidFill>
                  <a:srgbClr val="202A33"/>
                </a:solidFill>
              </a:defRPr>
            </a:lvl9pPr>
          </a:lstStyle>
          <a:p>
            <a:pPr>
              <a:defRPr sz="1125" b="1">
                <a:solidFill>
                  <a:srgbClr val="202A33"/>
                </a:solidFill>
              </a:defRPr>
            </a:pPr>
            <a:r>
              <a:rPr sz="1125" b="1">
                <a:solidFill>
                  <a:srgbClr val="202A33"/>
                </a:solidFill>
              </a:rPr>
              <a:t>SQL SPA TOOLS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F6E40F-FE50-41A1-909B-47C24306ED16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87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02A33"/>
                </a:solidFill>
              </a:defRPr>
            </a:defPPr>
            <a:lvl1pPr>
              <a:defRPr sz="2850" b="1">
                <a:solidFill>
                  <a:srgbClr val="202A33"/>
                </a:solidFill>
              </a:defRPr>
            </a:lvl1pPr>
            <a:lvl2pPr>
              <a:defRPr sz="2850" b="1">
                <a:solidFill>
                  <a:srgbClr val="202A33"/>
                </a:solidFill>
              </a:defRPr>
            </a:lvl2pPr>
            <a:lvl3pPr>
              <a:defRPr sz="2850" b="1">
                <a:solidFill>
                  <a:srgbClr val="202A33"/>
                </a:solidFill>
              </a:defRPr>
            </a:lvl3pPr>
            <a:lvl4pPr>
              <a:defRPr sz="2850" b="1">
                <a:solidFill>
                  <a:srgbClr val="202A33"/>
                </a:solidFill>
              </a:defRPr>
            </a:lvl4pPr>
            <a:lvl5pPr>
              <a:defRPr sz="2850" b="1">
                <a:solidFill>
                  <a:srgbClr val="202A33"/>
                </a:solidFill>
              </a:defRPr>
            </a:lvl5pPr>
            <a:lvl6pPr>
              <a:defRPr sz="2850" b="1">
                <a:solidFill>
                  <a:srgbClr val="202A33"/>
                </a:solidFill>
              </a:defRPr>
            </a:lvl6pPr>
            <a:lvl7pPr>
              <a:defRPr sz="2850" b="1">
                <a:solidFill>
                  <a:srgbClr val="202A33"/>
                </a:solidFill>
              </a:defRPr>
            </a:lvl7pPr>
            <a:lvl8pPr>
              <a:defRPr sz="2850" b="1">
                <a:solidFill>
                  <a:srgbClr val="202A33"/>
                </a:solidFill>
              </a:defRPr>
            </a:lvl8pPr>
            <a:lvl9pPr>
              <a:defRPr sz="2850" b="1">
                <a:solidFill>
                  <a:srgbClr val="202A33"/>
                </a:solidFill>
              </a:defRPr>
            </a:lvl9pPr>
          </a:lstStyle>
          <a:p>
            <a:pPr>
              <a:defRPr sz="2850" b="1">
                <a:solidFill>
                  <a:srgbClr val="202A33"/>
                </a:solidFill>
              </a:defRPr>
            </a:pPr>
            <a:r>
              <a:rPr sz="2850" b="1">
                <a:solidFill>
                  <a:srgbClr val="202A33"/>
                </a:solidFill>
              </a:rPr>
              <a:t>固定提示約束依據、警告揭露與人工覆核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8584E7-7AF4-4B66-9B92-F799E22B5D82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28575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033E42-97DC-48C1-AEDE-D530B315DD40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1087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9656E"/>
                </a:solidFill>
              </a:defRPr>
            </a:defPPr>
            <a:lvl1pPr>
              <a:defRPr sz="900" b="0">
                <a:solidFill>
                  <a:srgbClr val="59656E"/>
                </a:solidFill>
              </a:defRPr>
            </a:lvl1pPr>
            <a:lvl2pPr>
              <a:defRPr sz="900" b="0">
                <a:solidFill>
                  <a:srgbClr val="59656E"/>
                </a:solidFill>
              </a:defRPr>
            </a:lvl2pPr>
            <a:lvl3pPr>
              <a:defRPr sz="900" b="0">
                <a:solidFill>
                  <a:srgbClr val="59656E"/>
                </a:solidFill>
              </a:defRPr>
            </a:lvl3pPr>
            <a:lvl4pPr>
              <a:defRPr sz="900" b="0">
                <a:solidFill>
                  <a:srgbClr val="59656E"/>
                </a:solidFill>
              </a:defRPr>
            </a:lvl4pPr>
            <a:lvl5pPr>
              <a:defRPr sz="900" b="0">
                <a:solidFill>
                  <a:srgbClr val="59656E"/>
                </a:solidFill>
              </a:defRPr>
            </a:lvl5pPr>
            <a:lvl6pPr>
              <a:defRPr sz="900" b="0">
                <a:solidFill>
                  <a:srgbClr val="59656E"/>
                </a:solidFill>
              </a:defRPr>
            </a:lvl6pPr>
            <a:lvl7pPr>
              <a:defRPr sz="900" b="0">
                <a:solidFill>
                  <a:srgbClr val="59656E"/>
                </a:solidFill>
              </a:defRPr>
            </a:lvl7pPr>
            <a:lvl8pPr>
              <a:defRPr sz="900" b="0">
                <a:solidFill>
                  <a:srgbClr val="59656E"/>
                </a:solidFill>
              </a:defRPr>
            </a:lvl8pPr>
            <a:lvl9pPr>
              <a:defRPr sz="900" b="0">
                <a:solidFill>
                  <a:srgbClr val="59656E"/>
                </a:solidFill>
              </a:defRPr>
            </a:lvl9pPr>
          </a:lstStyle>
          <a:p>
            <a:pPr>
              <a:defRPr sz="900" b="0">
                <a:solidFill>
                  <a:srgbClr val="59656E"/>
                </a:solidFill>
              </a:defRPr>
            </a:pPr>
            <a:r>
              <a:rPr sz="900" b="0">
                <a:solidFill>
                  <a:srgbClr val="59656E"/>
                </a:solidFill>
              </a:rPr>
              <a:t>鎖頭銀行 M365 COPILOT 黑客松  •  2026.10  |  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F64228-33FE-4851-BB2D-B643102DF52A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365A69"/>
                </a:solidFill>
              </a:defRPr>
            </a:defPPr>
            <a:lvl1pPr>
              <a:defRPr sz="1725" b="1">
                <a:solidFill>
                  <a:srgbClr val="365A69"/>
                </a:solidFill>
              </a:defRPr>
            </a:lvl1pPr>
            <a:lvl2pPr>
              <a:defRPr sz="1725" b="1">
                <a:solidFill>
                  <a:srgbClr val="365A69"/>
                </a:solidFill>
              </a:defRPr>
            </a:lvl2pPr>
            <a:lvl3pPr>
              <a:defRPr sz="1725" b="1">
                <a:solidFill>
                  <a:srgbClr val="365A69"/>
                </a:solidFill>
              </a:defRPr>
            </a:lvl3pPr>
            <a:lvl4pPr>
              <a:defRPr sz="1725" b="1">
                <a:solidFill>
                  <a:srgbClr val="365A69"/>
                </a:solidFill>
              </a:defRPr>
            </a:lvl4pPr>
            <a:lvl5pPr>
              <a:defRPr sz="1725" b="1">
                <a:solidFill>
                  <a:srgbClr val="365A69"/>
                </a:solidFill>
              </a:defRPr>
            </a:lvl5pPr>
            <a:lvl6pPr>
              <a:defRPr sz="1725" b="1">
                <a:solidFill>
                  <a:srgbClr val="365A69"/>
                </a:solidFill>
              </a:defRPr>
            </a:lvl6pPr>
            <a:lvl7pPr>
              <a:defRPr sz="1725" b="1">
                <a:solidFill>
                  <a:srgbClr val="365A69"/>
                </a:solidFill>
              </a:defRPr>
            </a:lvl7pPr>
            <a:lvl8pPr>
              <a:defRPr sz="1725" b="1">
                <a:solidFill>
                  <a:srgbClr val="365A69"/>
                </a:solidFill>
              </a:defRPr>
            </a:lvl8pPr>
            <a:lvl9pPr>
              <a:defRPr sz="1725" b="1">
                <a:solidFill>
                  <a:srgbClr val="365A69"/>
                </a:solidFill>
              </a:defRPr>
            </a:lvl9pPr>
          </a:lstStyle>
          <a:p>
            <a:pPr>
              <a:defRPr sz="1725" b="1">
                <a:solidFill>
                  <a:srgbClr val="365A69"/>
                </a:solidFill>
              </a:defRPr>
            </a:pPr>
            <a:r>
              <a:rPr sz="1725" b="1">
                <a:solidFill>
                  <a:srgbClr val="365A69"/>
                </a:solidFill>
              </a:rPr>
              <a:t>Copilot Chat 收到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09B297-3EF3-4CEB-9C64-1DD551F64195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202A33"/>
                </a:solidFill>
              </a:defRPr>
            </a:defPPr>
            <a:lvl1pPr>
              <a:defRPr sz="2175" b="1">
                <a:solidFill>
                  <a:srgbClr val="202A33"/>
                </a:solidFill>
              </a:defRPr>
            </a:lvl1pPr>
            <a:lvl2pPr>
              <a:defRPr sz="2175" b="1">
                <a:solidFill>
                  <a:srgbClr val="202A33"/>
                </a:solidFill>
              </a:defRPr>
            </a:lvl2pPr>
            <a:lvl3pPr>
              <a:defRPr sz="2175" b="1">
                <a:solidFill>
                  <a:srgbClr val="202A33"/>
                </a:solidFill>
              </a:defRPr>
            </a:lvl3pPr>
            <a:lvl4pPr>
              <a:defRPr sz="2175" b="1">
                <a:solidFill>
                  <a:srgbClr val="202A33"/>
                </a:solidFill>
              </a:defRPr>
            </a:lvl4pPr>
            <a:lvl5pPr>
              <a:defRPr sz="2175" b="1">
                <a:solidFill>
                  <a:srgbClr val="202A33"/>
                </a:solidFill>
              </a:defRPr>
            </a:lvl5pPr>
            <a:lvl6pPr>
              <a:defRPr sz="2175" b="1">
                <a:solidFill>
                  <a:srgbClr val="202A33"/>
                </a:solidFill>
              </a:defRPr>
            </a:lvl6pPr>
            <a:lvl7pPr>
              <a:defRPr sz="2175" b="1">
                <a:solidFill>
                  <a:srgbClr val="202A33"/>
                </a:solidFill>
              </a:defRPr>
            </a:lvl7pPr>
            <a:lvl8pPr>
              <a:defRPr sz="2175" b="1">
                <a:solidFill>
                  <a:srgbClr val="202A33"/>
                </a:solidFill>
              </a:defRPr>
            </a:lvl8pPr>
            <a:lvl9pPr>
              <a:defRPr sz="2175" b="1">
                <a:solidFill>
                  <a:srgbClr val="202A33"/>
                </a:solidFill>
              </a:defRPr>
            </a:lvl9pPr>
          </a:lstStyle>
          <a:p>
            <a:pPr>
              <a:defRPr sz="2175" b="1">
                <a:solidFill>
                  <a:srgbClr val="202A33"/>
                </a:solidFill>
              </a:defRPr>
            </a:pPr>
            <a:r>
              <a:rPr sz="2175" b="1">
                <a:solidFill>
                  <a:srgbClr val="202A33"/>
                </a:solidFill>
              </a:rPr>
              <a:t>schemaVersion 1.0 JSON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E500FE-93C0-48A7-AB2D-EF9A5852B56A}"/>
              </a:ext>
            </a:extLst>
          </p:cNvPr>
          <p:cNvSpPr>
            <a:spLocks noGrp="1"/>
          </p:cNvSpPr>
          <p:nvPr/>
        </p:nvSpPr>
        <p:spPr>
          <a:xfrm>
            <a:off x="742950" y="2809875"/>
            <a:ext cx="4762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5323C"/>
                </a:solidFill>
              </a:defRPr>
            </a:defPPr>
            <a:lvl1pPr>
              <a:defRPr sz="1500" b="0">
                <a:solidFill>
                  <a:srgbClr val="25323C"/>
                </a:solidFill>
              </a:defRPr>
            </a:lvl1pPr>
            <a:lvl2pPr>
              <a:defRPr sz="1500" b="0">
                <a:solidFill>
                  <a:srgbClr val="25323C"/>
                </a:solidFill>
              </a:defRPr>
            </a:lvl2pPr>
            <a:lvl3pPr>
              <a:defRPr sz="1500" b="0">
                <a:solidFill>
                  <a:srgbClr val="25323C"/>
                </a:solidFill>
              </a:defRPr>
            </a:lvl3pPr>
            <a:lvl4pPr>
              <a:defRPr sz="1500" b="0">
                <a:solidFill>
                  <a:srgbClr val="25323C"/>
                </a:solidFill>
              </a:defRPr>
            </a:lvl4pPr>
            <a:lvl5pPr>
              <a:defRPr sz="1500" b="0">
                <a:solidFill>
                  <a:srgbClr val="25323C"/>
                </a:solidFill>
              </a:defRPr>
            </a:lvl5pPr>
            <a:lvl6pPr>
              <a:defRPr sz="1500" b="0">
                <a:solidFill>
                  <a:srgbClr val="25323C"/>
                </a:solidFill>
              </a:defRPr>
            </a:lvl6pPr>
            <a:lvl7pPr>
              <a:defRPr sz="1500" b="0">
                <a:solidFill>
                  <a:srgbClr val="25323C"/>
                </a:solidFill>
              </a:defRPr>
            </a:lvl7pPr>
            <a:lvl8pPr>
              <a:defRPr sz="1500" b="0">
                <a:solidFill>
                  <a:srgbClr val="25323C"/>
                </a:solidFill>
              </a:defRPr>
            </a:lvl8pPr>
            <a:lvl9pPr>
              <a:defRPr sz="1500" b="0">
                <a:solidFill>
                  <a:srgbClr val="25323C"/>
                </a:solidFill>
              </a:defRPr>
            </a:lvl9pPr>
          </a:lstStyle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changes • impacts • evidence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analysisMessages • limitations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52712C-AE74-4CF8-BA72-4CCE1C63E4FF}"/>
              </a:ext>
            </a:extLst>
          </p:cNvPr>
          <p:cNvSpPr>
            <a:spLocks noGrp="1"/>
          </p:cNvSpPr>
          <p:nvPr/>
        </p:nvSpPr>
        <p:spPr>
          <a:xfrm>
            <a:off x="5619750" y="26193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5E6DC5-8045-4E37-AA6C-8BF3EC66269E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365A69"/>
                </a:solidFill>
              </a:defRPr>
            </a:defPPr>
            <a:lvl1pPr>
              <a:defRPr sz="1725" b="1">
                <a:solidFill>
                  <a:srgbClr val="365A69"/>
                </a:solidFill>
              </a:defRPr>
            </a:lvl1pPr>
            <a:lvl2pPr>
              <a:defRPr sz="1725" b="1">
                <a:solidFill>
                  <a:srgbClr val="365A69"/>
                </a:solidFill>
              </a:defRPr>
            </a:lvl2pPr>
            <a:lvl3pPr>
              <a:defRPr sz="1725" b="1">
                <a:solidFill>
                  <a:srgbClr val="365A69"/>
                </a:solidFill>
              </a:defRPr>
            </a:lvl3pPr>
            <a:lvl4pPr>
              <a:defRPr sz="1725" b="1">
                <a:solidFill>
                  <a:srgbClr val="365A69"/>
                </a:solidFill>
              </a:defRPr>
            </a:lvl4pPr>
            <a:lvl5pPr>
              <a:defRPr sz="1725" b="1">
                <a:solidFill>
                  <a:srgbClr val="365A69"/>
                </a:solidFill>
              </a:defRPr>
            </a:lvl5pPr>
            <a:lvl6pPr>
              <a:defRPr sz="1725" b="1">
                <a:solidFill>
                  <a:srgbClr val="365A69"/>
                </a:solidFill>
              </a:defRPr>
            </a:lvl6pPr>
            <a:lvl7pPr>
              <a:defRPr sz="1725" b="1">
                <a:solidFill>
                  <a:srgbClr val="365A69"/>
                </a:solidFill>
              </a:defRPr>
            </a:lvl7pPr>
            <a:lvl8pPr>
              <a:defRPr sz="1725" b="1">
                <a:solidFill>
                  <a:srgbClr val="365A69"/>
                </a:solidFill>
              </a:defRPr>
            </a:lvl8pPr>
            <a:lvl9pPr>
              <a:defRPr sz="1725" b="1">
                <a:solidFill>
                  <a:srgbClr val="365A69"/>
                </a:solidFill>
              </a:defRPr>
            </a:lvl9pPr>
          </a:lstStyle>
          <a:p>
            <a:pPr>
              <a:defRPr sz="1725" b="1">
                <a:solidFill>
                  <a:srgbClr val="365A69"/>
                </a:solidFill>
              </a:defRPr>
            </a:pPr>
            <a:r>
              <a:rPr sz="1725" b="1">
                <a:solidFill>
                  <a:srgbClr val="365A69"/>
                </a:solidFill>
              </a:rPr>
              <a:t>Copilot Chat 整理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AE1971-DCF6-4E23-9C6E-9E8F06EB4C4F}"/>
              </a:ext>
            </a:extLst>
          </p:cNvPr>
          <p:cNvSpPr>
            <a:spLocks noGrp="1"/>
          </p:cNvSpPr>
          <p:nvPr/>
        </p:nvSpPr>
        <p:spPr>
          <a:xfrm>
            <a:off x="6667500" y="2190750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202A33"/>
                </a:solidFill>
              </a:defRPr>
            </a:defPPr>
            <a:lvl1pPr>
              <a:defRPr sz="2175" b="1">
                <a:solidFill>
                  <a:srgbClr val="202A33"/>
                </a:solidFill>
              </a:defRPr>
            </a:lvl1pPr>
            <a:lvl2pPr>
              <a:defRPr sz="2175" b="1">
                <a:solidFill>
                  <a:srgbClr val="202A33"/>
                </a:solidFill>
              </a:defRPr>
            </a:lvl2pPr>
            <a:lvl3pPr>
              <a:defRPr sz="2175" b="1">
                <a:solidFill>
                  <a:srgbClr val="202A33"/>
                </a:solidFill>
              </a:defRPr>
            </a:lvl3pPr>
            <a:lvl4pPr>
              <a:defRPr sz="2175" b="1">
                <a:solidFill>
                  <a:srgbClr val="202A33"/>
                </a:solidFill>
              </a:defRPr>
            </a:lvl4pPr>
            <a:lvl5pPr>
              <a:defRPr sz="2175" b="1">
                <a:solidFill>
                  <a:srgbClr val="202A33"/>
                </a:solidFill>
              </a:defRPr>
            </a:lvl5pPr>
            <a:lvl6pPr>
              <a:defRPr sz="2175" b="1">
                <a:solidFill>
                  <a:srgbClr val="202A33"/>
                </a:solidFill>
              </a:defRPr>
            </a:lvl6pPr>
            <a:lvl7pPr>
              <a:defRPr sz="2175" b="1">
                <a:solidFill>
                  <a:srgbClr val="202A33"/>
                </a:solidFill>
              </a:defRPr>
            </a:lvl7pPr>
            <a:lvl8pPr>
              <a:defRPr sz="2175" b="1">
                <a:solidFill>
                  <a:srgbClr val="202A33"/>
                </a:solidFill>
              </a:defRPr>
            </a:lvl8pPr>
            <a:lvl9pPr>
              <a:defRPr sz="2175" b="1">
                <a:solidFill>
                  <a:srgbClr val="202A33"/>
                </a:solidFill>
              </a:defRPr>
            </a:lvl9pPr>
          </a:lstStyle>
          <a:p>
            <a:pPr>
              <a:defRPr sz="2175" b="1">
                <a:solidFill>
                  <a:srgbClr val="202A33"/>
                </a:solidFill>
              </a:defRPr>
            </a:pPr>
            <a:r>
              <a:rPr sz="2175" b="1">
                <a:solidFill>
                  <a:srgbClr val="202A33"/>
                </a:solidFill>
              </a:rPr>
              <a:t>繁體中文影響摘要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188F2C-02A1-4FE8-B0DE-5DFC5EDC60FA}"/>
              </a:ext>
            </a:extLst>
          </p:cNvPr>
          <p:cNvSpPr>
            <a:spLocks noGrp="1"/>
          </p:cNvSpPr>
          <p:nvPr/>
        </p:nvSpPr>
        <p:spPr>
          <a:xfrm>
            <a:off x="6667500" y="2809875"/>
            <a:ext cx="4572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5323C"/>
                </a:solidFill>
              </a:defRPr>
            </a:defPPr>
            <a:lvl1pPr>
              <a:defRPr sz="1500" b="0">
                <a:solidFill>
                  <a:srgbClr val="25323C"/>
                </a:solidFill>
              </a:defRPr>
            </a:lvl1pPr>
            <a:lvl2pPr>
              <a:defRPr sz="1500" b="0">
                <a:solidFill>
                  <a:srgbClr val="25323C"/>
                </a:solidFill>
              </a:defRPr>
            </a:lvl2pPr>
            <a:lvl3pPr>
              <a:defRPr sz="1500" b="0">
                <a:solidFill>
                  <a:srgbClr val="25323C"/>
                </a:solidFill>
              </a:defRPr>
            </a:lvl3pPr>
            <a:lvl4pPr>
              <a:defRPr sz="1500" b="0">
                <a:solidFill>
                  <a:srgbClr val="25323C"/>
                </a:solidFill>
              </a:defRPr>
            </a:lvl4pPr>
            <a:lvl5pPr>
              <a:defRPr sz="1500" b="0">
                <a:solidFill>
                  <a:srgbClr val="25323C"/>
                </a:solidFill>
              </a:defRPr>
            </a:lvl5pPr>
            <a:lvl6pPr>
              <a:defRPr sz="1500" b="0">
                <a:solidFill>
                  <a:srgbClr val="25323C"/>
                </a:solidFill>
              </a:defRPr>
            </a:lvl6pPr>
            <a:lvl7pPr>
              <a:defRPr sz="1500" b="0">
                <a:solidFill>
                  <a:srgbClr val="25323C"/>
                </a:solidFill>
              </a:defRPr>
            </a:lvl7pPr>
            <a:lvl8pPr>
              <a:defRPr sz="1500" b="0">
                <a:solidFill>
                  <a:srgbClr val="25323C"/>
                </a:solidFill>
              </a:defRPr>
            </a:lvl8pPr>
            <a:lvl9pPr>
              <a:defRPr sz="1500" b="0">
                <a:solidFill>
                  <a:srgbClr val="25323C"/>
                </a:solidFill>
              </a:defRPr>
            </a:lvl9pPr>
          </a:lstStyle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列出已知影響與證據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揭露警告及涵蓋限制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產生建議檢核清單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E8DD34-D637-4510-9643-4689CBE8F6DA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10706100" cy="19050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7BBC61-FE1B-4883-8A0D-DEAB8EAF6362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365A69"/>
                </a:solidFill>
              </a:defRPr>
            </a:defPPr>
            <a:lvl1pPr>
              <a:defRPr sz="1650" b="1">
                <a:solidFill>
                  <a:srgbClr val="365A69"/>
                </a:solidFill>
              </a:defRPr>
            </a:lvl1pPr>
            <a:lvl2pPr>
              <a:defRPr sz="1650" b="1">
                <a:solidFill>
                  <a:srgbClr val="365A69"/>
                </a:solidFill>
              </a:defRPr>
            </a:lvl2pPr>
            <a:lvl3pPr>
              <a:defRPr sz="1650" b="1">
                <a:solidFill>
                  <a:srgbClr val="365A69"/>
                </a:solidFill>
              </a:defRPr>
            </a:lvl3pPr>
            <a:lvl4pPr>
              <a:defRPr sz="1650" b="1">
                <a:solidFill>
                  <a:srgbClr val="365A69"/>
                </a:solidFill>
              </a:defRPr>
            </a:lvl4pPr>
            <a:lvl5pPr>
              <a:defRPr sz="1650" b="1">
                <a:solidFill>
                  <a:srgbClr val="365A69"/>
                </a:solidFill>
              </a:defRPr>
            </a:lvl5pPr>
            <a:lvl6pPr>
              <a:defRPr sz="1650" b="1">
                <a:solidFill>
                  <a:srgbClr val="365A69"/>
                </a:solidFill>
              </a:defRPr>
            </a:lvl6pPr>
            <a:lvl7pPr>
              <a:defRPr sz="1650" b="1">
                <a:solidFill>
                  <a:srgbClr val="365A69"/>
                </a:solidFill>
              </a:defRPr>
            </a:lvl7pPr>
            <a:lvl8pPr>
              <a:defRPr sz="1650" b="1">
                <a:solidFill>
                  <a:srgbClr val="365A69"/>
                </a:solidFill>
              </a:defRPr>
            </a:lvl8pPr>
            <a:lvl9pPr>
              <a:defRPr sz="1650" b="1">
                <a:solidFill>
                  <a:srgbClr val="365A69"/>
                </a:solidFill>
              </a:defRPr>
            </a:lvl9pPr>
          </a:lstStyle>
          <a:p>
            <a:pPr>
              <a:defRPr sz="1650" b="1">
                <a:solidFill>
                  <a:srgbClr val="365A69"/>
                </a:solidFill>
              </a:defRPr>
            </a:pPr>
            <a:r>
              <a:rPr sz="1650" b="1">
                <a:solidFill>
                  <a:srgbClr val="365A69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9ABC0A-554B-48E4-B7B4-8D6D3C1E0CA7}"/>
              </a:ext>
            </a:extLst>
          </p:cNvPr>
          <p:cNvSpPr>
            <a:spLocks noGrp="1"/>
          </p:cNvSpPr>
          <p:nvPr/>
        </p:nvSpPr>
        <p:spPr>
          <a:xfrm>
            <a:off x="1162050" y="47625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25323C"/>
                </a:solidFill>
              </a:defRPr>
            </a:defPPr>
            <a:lvl1pPr>
              <a:defRPr sz="1425" b="0">
                <a:solidFill>
                  <a:srgbClr val="25323C"/>
                </a:solidFill>
              </a:defRPr>
            </a:lvl1pPr>
            <a:lvl2pPr>
              <a:defRPr sz="1425" b="0">
                <a:solidFill>
                  <a:srgbClr val="25323C"/>
                </a:solidFill>
              </a:defRPr>
            </a:lvl2pPr>
            <a:lvl3pPr>
              <a:defRPr sz="1425" b="0">
                <a:solidFill>
                  <a:srgbClr val="25323C"/>
                </a:solidFill>
              </a:defRPr>
            </a:lvl3pPr>
            <a:lvl4pPr>
              <a:defRPr sz="1425" b="0">
                <a:solidFill>
                  <a:srgbClr val="25323C"/>
                </a:solidFill>
              </a:defRPr>
            </a:lvl4pPr>
            <a:lvl5pPr>
              <a:defRPr sz="1425" b="0">
                <a:solidFill>
                  <a:srgbClr val="25323C"/>
                </a:solidFill>
              </a:defRPr>
            </a:lvl5pPr>
            <a:lvl6pPr>
              <a:defRPr sz="1425" b="0">
                <a:solidFill>
                  <a:srgbClr val="25323C"/>
                </a:solidFill>
              </a:defRPr>
            </a:lvl6pPr>
            <a:lvl7pPr>
              <a:defRPr sz="1425" b="0">
                <a:solidFill>
                  <a:srgbClr val="25323C"/>
                </a:solidFill>
              </a:defRPr>
            </a:lvl7pPr>
            <a:lvl8pPr>
              <a:defRPr sz="1425" b="0">
                <a:solidFill>
                  <a:srgbClr val="25323C"/>
                </a:solidFill>
              </a:defRPr>
            </a:lvl8pPr>
            <a:lvl9pPr>
              <a:defRPr sz="1425" b="0">
                <a:solidFill>
                  <a:srgbClr val="25323C"/>
                </a:solidFill>
              </a:defRPr>
            </a:lvl9pPr>
          </a:lstStyle>
          <a:p>
            <a:pPr>
              <a:defRPr sz="1425" b="0">
                <a:solidFill>
                  <a:srgbClr val="25323C"/>
                </a:solidFill>
              </a:defRPr>
            </a:pPr>
            <a:r>
              <a:rPr sz="1425" b="0">
                <a:solidFill>
                  <a:srgbClr val="25323C"/>
                </a:solidFill>
              </a:rPr>
              <a:t>不新增 JSON 以外的相依關係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66ECCB-BBE7-4384-849E-6C34DE8BF5B4}"/>
              </a:ext>
            </a:extLst>
          </p:cNvPr>
          <p:cNvSpPr>
            <a:spLocks noGrp="1"/>
          </p:cNvSpPr>
          <p:nvPr/>
        </p:nvSpPr>
        <p:spPr>
          <a:xfrm>
            <a:off x="857250" y="51244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365A69"/>
                </a:solidFill>
              </a:defRPr>
            </a:defPPr>
            <a:lvl1pPr>
              <a:defRPr sz="1650" b="1">
                <a:solidFill>
                  <a:srgbClr val="365A69"/>
                </a:solidFill>
              </a:defRPr>
            </a:lvl1pPr>
            <a:lvl2pPr>
              <a:defRPr sz="1650" b="1">
                <a:solidFill>
                  <a:srgbClr val="365A69"/>
                </a:solidFill>
              </a:defRPr>
            </a:lvl2pPr>
            <a:lvl3pPr>
              <a:defRPr sz="1650" b="1">
                <a:solidFill>
                  <a:srgbClr val="365A69"/>
                </a:solidFill>
              </a:defRPr>
            </a:lvl3pPr>
            <a:lvl4pPr>
              <a:defRPr sz="1650" b="1">
                <a:solidFill>
                  <a:srgbClr val="365A69"/>
                </a:solidFill>
              </a:defRPr>
            </a:lvl4pPr>
            <a:lvl5pPr>
              <a:defRPr sz="1650" b="1">
                <a:solidFill>
                  <a:srgbClr val="365A69"/>
                </a:solidFill>
              </a:defRPr>
            </a:lvl5pPr>
            <a:lvl6pPr>
              <a:defRPr sz="1650" b="1">
                <a:solidFill>
                  <a:srgbClr val="365A69"/>
                </a:solidFill>
              </a:defRPr>
            </a:lvl6pPr>
            <a:lvl7pPr>
              <a:defRPr sz="1650" b="1">
                <a:solidFill>
                  <a:srgbClr val="365A69"/>
                </a:solidFill>
              </a:defRPr>
            </a:lvl7pPr>
            <a:lvl8pPr>
              <a:defRPr sz="1650" b="1">
                <a:solidFill>
                  <a:srgbClr val="365A69"/>
                </a:solidFill>
              </a:defRPr>
            </a:lvl8pPr>
            <a:lvl9pPr>
              <a:defRPr sz="1650" b="1">
                <a:solidFill>
                  <a:srgbClr val="365A69"/>
                </a:solidFill>
              </a:defRPr>
            </a:lvl9pPr>
          </a:lstStyle>
          <a:p>
            <a:pPr>
              <a:defRPr sz="1650" b="1">
                <a:solidFill>
                  <a:srgbClr val="365A69"/>
                </a:solidFill>
              </a:defRPr>
            </a:pPr>
            <a:r>
              <a:rPr sz="1650" b="1">
                <a:solidFill>
                  <a:srgbClr val="365A69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2BAA883-BE7E-4B67-A259-B38C34757E65}"/>
              </a:ext>
            </a:extLst>
          </p:cNvPr>
          <p:cNvSpPr>
            <a:spLocks noGrp="1"/>
          </p:cNvSpPr>
          <p:nvPr/>
        </p:nvSpPr>
        <p:spPr>
          <a:xfrm>
            <a:off x="1162050" y="51244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25323C"/>
                </a:solidFill>
              </a:defRPr>
            </a:defPPr>
            <a:lvl1pPr>
              <a:defRPr sz="1425" b="0">
                <a:solidFill>
                  <a:srgbClr val="25323C"/>
                </a:solidFill>
              </a:defRPr>
            </a:lvl1pPr>
            <a:lvl2pPr>
              <a:defRPr sz="1425" b="0">
                <a:solidFill>
                  <a:srgbClr val="25323C"/>
                </a:solidFill>
              </a:defRPr>
            </a:lvl2pPr>
            <a:lvl3pPr>
              <a:defRPr sz="1425" b="0">
                <a:solidFill>
                  <a:srgbClr val="25323C"/>
                </a:solidFill>
              </a:defRPr>
            </a:lvl3pPr>
            <a:lvl4pPr>
              <a:defRPr sz="1425" b="0">
                <a:solidFill>
                  <a:srgbClr val="25323C"/>
                </a:solidFill>
              </a:defRPr>
            </a:lvl4pPr>
            <a:lvl5pPr>
              <a:defRPr sz="1425" b="0">
                <a:solidFill>
                  <a:srgbClr val="25323C"/>
                </a:solidFill>
              </a:defRPr>
            </a:lvl5pPr>
            <a:lvl6pPr>
              <a:defRPr sz="1425" b="0">
                <a:solidFill>
                  <a:srgbClr val="25323C"/>
                </a:solidFill>
              </a:defRPr>
            </a:lvl6pPr>
            <a:lvl7pPr>
              <a:defRPr sz="1425" b="0">
                <a:solidFill>
                  <a:srgbClr val="25323C"/>
                </a:solidFill>
              </a:defRPr>
            </a:lvl7pPr>
            <a:lvl8pPr>
              <a:defRPr sz="1425" b="0">
                <a:solidFill>
                  <a:srgbClr val="25323C"/>
                </a:solidFill>
              </a:defRPr>
            </a:lvl8pPr>
            <a:lvl9pPr>
              <a:defRPr sz="1425" b="0">
                <a:solidFill>
                  <a:srgbClr val="25323C"/>
                </a:solidFill>
              </a:defRPr>
            </a:lvl9pPr>
          </a:lstStyle>
          <a:p>
            <a:pPr>
              <a:defRPr sz="1425" b="0">
                <a:solidFill>
                  <a:srgbClr val="25323C"/>
                </a:solidFill>
              </a:defRPr>
            </a:pPr>
            <a:r>
              <a:rPr sz="1425" b="0">
                <a:solidFill>
                  <a:srgbClr val="25323C"/>
                </a:solidFill>
              </a:rPr>
              <a:t>警告存在時不宣稱清單完整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AD9BAD-90C4-4695-977D-F7EF4F050CB0}"/>
              </a:ext>
            </a:extLst>
          </p:cNvPr>
          <p:cNvSpPr>
            <a:spLocks noGrp="1"/>
          </p:cNvSpPr>
          <p:nvPr/>
        </p:nvSpPr>
        <p:spPr>
          <a:xfrm>
            <a:off x="857250" y="54864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365A69"/>
                </a:solidFill>
              </a:defRPr>
            </a:defPPr>
            <a:lvl1pPr>
              <a:defRPr sz="1650" b="1">
                <a:solidFill>
                  <a:srgbClr val="365A69"/>
                </a:solidFill>
              </a:defRPr>
            </a:lvl1pPr>
            <a:lvl2pPr>
              <a:defRPr sz="1650" b="1">
                <a:solidFill>
                  <a:srgbClr val="365A69"/>
                </a:solidFill>
              </a:defRPr>
            </a:lvl2pPr>
            <a:lvl3pPr>
              <a:defRPr sz="1650" b="1">
                <a:solidFill>
                  <a:srgbClr val="365A69"/>
                </a:solidFill>
              </a:defRPr>
            </a:lvl3pPr>
            <a:lvl4pPr>
              <a:defRPr sz="1650" b="1">
                <a:solidFill>
                  <a:srgbClr val="365A69"/>
                </a:solidFill>
              </a:defRPr>
            </a:lvl4pPr>
            <a:lvl5pPr>
              <a:defRPr sz="1650" b="1">
                <a:solidFill>
                  <a:srgbClr val="365A69"/>
                </a:solidFill>
              </a:defRPr>
            </a:lvl5pPr>
            <a:lvl6pPr>
              <a:defRPr sz="1650" b="1">
                <a:solidFill>
                  <a:srgbClr val="365A69"/>
                </a:solidFill>
              </a:defRPr>
            </a:lvl6pPr>
            <a:lvl7pPr>
              <a:defRPr sz="1650" b="1">
                <a:solidFill>
                  <a:srgbClr val="365A69"/>
                </a:solidFill>
              </a:defRPr>
            </a:lvl7pPr>
            <a:lvl8pPr>
              <a:defRPr sz="1650" b="1">
                <a:solidFill>
                  <a:srgbClr val="365A69"/>
                </a:solidFill>
              </a:defRPr>
            </a:lvl8pPr>
            <a:lvl9pPr>
              <a:defRPr sz="1650" b="1">
                <a:solidFill>
                  <a:srgbClr val="365A69"/>
                </a:solidFill>
              </a:defRPr>
            </a:lvl9pPr>
          </a:lstStyle>
          <a:p>
            <a:pPr>
              <a:defRPr sz="1650" b="1">
                <a:solidFill>
                  <a:srgbClr val="365A69"/>
                </a:solidFill>
              </a:defRPr>
            </a:pPr>
            <a:r>
              <a:rPr sz="1650" b="1">
                <a:solidFill>
                  <a:srgbClr val="365A69"/>
                </a:solidFill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34E53FE-A364-428D-BA2C-B8BD96D0008F}"/>
              </a:ext>
            </a:extLst>
          </p:cNvPr>
          <p:cNvSpPr>
            <a:spLocks noGrp="1"/>
          </p:cNvSpPr>
          <p:nvPr/>
        </p:nvSpPr>
        <p:spPr>
          <a:xfrm>
            <a:off x="1162050" y="54864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25323C"/>
                </a:solidFill>
              </a:defRPr>
            </a:defPPr>
            <a:lvl1pPr>
              <a:defRPr sz="1425" b="0">
                <a:solidFill>
                  <a:srgbClr val="25323C"/>
                </a:solidFill>
              </a:defRPr>
            </a:lvl1pPr>
            <a:lvl2pPr>
              <a:defRPr sz="1425" b="0">
                <a:solidFill>
                  <a:srgbClr val="25323C"/>
                </a:solidFill>
              </a:defRPr>
            </a:lvl2pPr>
            <a:lvl3pPr>
              <a:defRPr sz="1425" b="0">
                <a:solidFill>
                  <a:srgbClr val="25323C"/>
                </a:solidFill>
              </a:defRPr>
            </a:lvl3pPr>
            <a:lvl4pPr>
              <a:defRPr sz="1425" b="0">
                <a:solidFill>
                  <a:srgbClr val="25323C"/>
                </a:solidFill>
              </a:defRPr>
            </a:lvl4pPr>
            <a:lvl5pPr>
              <a:defRPr sz="1425" b="0">
                <a:solidFill>
                  <a:srgbClr val="25323C"/>
                </a:solidFill>
              </a:defRPr>
            </a:lvl5pPr>
            <a:lvl6pPr>
              <a:defRPr sz="1425" b="0">
                <a:solidFill>
                  <a:srgbClr val="25323C"/>
                </a:solidFill>
              </a:defRPr>
            </a:lvl6pPr>
            <a:lvl7pPr>
              <a:defRPr sz="1425" b="0">
                <a:solidFill>
                  <a:srgbClr val="25323C"/>
                </a:solidFill>
              </a:defRPr>
            </a:lvl7pPr>
            <a:lvl8pPr>
              <a:defRPr sz="1425" b="0">
                <a:solidFill>
                  <a:srgbClr val="25323C"/>
                </a:solidFill>
              </a:defRPr>
            </a:lvl8pPr>
            <a:lvl9pPr>
              <a:defRPr sz="1425" b="0">
                <a:solidFill>
                  <a:srgbClr val="25323C"/>
                </a:solidFill>
              </a:defRPr>
            </a:lvl9pPr>
          </a:lstStyle>
          <a:p>
            <a:pPr>
              <a:defRPr sz="1425" b="0">
                <a:solidFill>
                  <a:srgbClr val="25323C"/>
                </a:solidFill>
              </a:defRPr>
            </a:pPr>
            <a:r>
              <a:rPr sz="1425" b="0">
                <a:solidFill>
                  <a:srgbClr val="25323C"/>
                </a:solidFill>
              </a:rPr>
              <a:t>建議事項不代表測試已完成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335F42-DC5D-4042-90EE-31621D55F01C}"/>
              </a:ext>
            </a:extLst>
          </p:cNvPr>
          <p:cNvSpPr>
            <a:spLocks noGrp="1"/>
          </p:cNvSpPr>
          <p:nvPr/>
        </p:nvSpPr>
        <p:spPr>
          <a:xfrm>
            <a:off x="857250" y="58483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365A69"/>
                </a:solidFill>
              </a:defRPr>
            </a:defPPr>
            <a:lvl1pPr>
              <a:defRPr sz="1650" b="1">
                <a:solidFill>
                  <a:srgbClr val="365A69"/>
                </a:solidFill>
              </a:defRPr>
            </a:lvl1pPr>
            <a:lvl2pPr>
              <a:defRPr sz="1650" b="1">
                <a:solidFill>
                  <a:srgbClr val="365A69"/>
                </a:solidFill>
              </a:defRPr>
            </a:lvl2pPr>
            <a:lvl3pPr>
              <a:defRPr sz="1650" b="1">
                <a:solidFill>
                  <a:srgbClr val="365A69"/>
                </a:solidFill>
              </a:defRPr>
            </a:lvl3pPr>
            <a:lvl4pPr>
              <a:defRPr sz="1650" b="1">
                <a:solidFill>
                  <a:srgbClr val="365A69"/>
                </a:solidFill>
              </a:defRPr>
            </a:lvl4pPr>
            <a:lvl5pPr>
              <a:defRPr sz="1650" b="1">
                <a:solidFill>
                  <a:srgbClr val="365A69"/>
                </a:solidFill>
              </a:defRPr>
            </a:lvl5pPr>
            <a:lvl6pPr>
              <a:defRPr sz="1650" b="1">
                <a:solidFill>
                  <a:srgbClr val="365A69"/>
                </a:solidFill>
              </a:defRPr>
            </a:lvl6pPr>
            <a:lvl7pPr>
              <a:defRPr sz="1650" b="1">
                <a:solidFill>
                  <a:srgbClr val="365A69"/>
                </a:solidFill>
              </a:defRPr>
            </a:lvl7pPr>
            <a:lvl8pPr>
              <a:defRPr sz="1650" b="1">
                <a:solidFill>
                  <a:srgbClr val="365A69"/>
                </a:solidFill>
              </a:defRPr>
            </a:lvl8pPr>
            <a:lvl9pPr>
              <a:defRPr sz="1650" b="1">
                <a:solidFill>
                  <a:srgbClr val="365A69"/>
                </a:solidFill>
              </a:defRPr>
            </a:lvl9pPr>
          </a:lstStyle>
          <a:p>
            <a:pPr>
              <a:defRPr sz="1650" b="1">
                <a:solidFill>
                  <a:srgbClr val="365A69"/>
                </a:solidFill>
              </a:defRPr>
            </a:pPr>
            <a:r>
              <a:rPr sz="1650" b="1">
                <a:solidFill>
                  <a:srgbClr val="365A69"/>
                </a:solidFill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1522BD-FDAC-4F33-8DE7-AB64109909D4}"/>
              </a:ext>
            </a:extLst>
          </p:cNvPr>
          <p:cNvSpPr>
            <a:spLocks noGrp="1"/>
          </p:cNvSpPr>
          <p:nvPr/>
        </p:nvSpPr>
        <p:spPr>
          <a:xfrm>
            <a:off x="1162050" y="58483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25323C"/>
                </a:solidFill>
              </a:defRPr>
            </a:defPPr>
            <a:lvl1pPr>
              <a:defRPr sz="1425" b="0">
                <a:solidFill>
                  <a:srgbClr val="25323C"/>
                </a:solidFill>
              </a:defRPr>
            </a:lvl1pPr>
            <a:lvl2pPr>
              <a:defRPr sz="1425" b="0">
                <a:solidFill>
                  <a:srgbClr val="25323C"/>
                </a:solidFill>
              </a:defRPr>
            </a:lvl2pPr>
            <a:lvl3pPr>
              <a:defRPr sz="1425" b="0">
                <a:solidFill>
                  <a:srgbClr val="25323C"/>
                </a:solidFill>
              </a:defRPr>
            </a:lvl3pPr>
            <a:lvl4pPr>
              <a:defRPr sz="1425" b="0">
                <a:solidFill>
                  <a:srgbClr val="25323C"/>
                </a:solidFill>
              </a:defRPr>
            </a:lvl4pPr>
            <a:lvl5pPr>
              <a:defRPr sz="1425" b="0">
                <a:solidFill>
                  <a:srgbClr val="25323C"/>
                </a:solidFill>
              </a:defRPr>
            </a:lvl5pPr>
            <a:lvl6pPr>
              <a:defRPr sz="1425" b="0">
                <a:solidFill>
                  <a:srgbClr val="25323C"/>
                </a:solidFill>
              </a:defRPr>
            </a:lvl6pPr>
            <a:lvl7pPr>
              <a:defRPr sz="1425" b="0">
                <a:solidFill>
                  <a:srgbClr val="25323C"/>
                </a:solidFill>
              </a:defRPr>
            </a:lvl7pPr>
            <a:lvl8pPr>
              <a:defRPr sz="1425" b="0">
                <a:solidFill>
                  <a:srgbClr val="25323C"/>
                </a:solidFill>
              </a:defRPr>
            </a:lvl8pPr>
            <a:lvl9pPr>
              <a:defRPr sz="1425" b="0">
                <a:solidFill>
                  <a:srgbClr val="25323C"/>
                </a:solidFill>
              </a:defRPr>
            </a:lvl9pPr>
          </a:lstStyle>
          <a:p>
            <a:pPr>
              <a:defRPr sz="1425" b="0">
                <a:solidFill>
                  <a:srgbClr val="25323C"/>
                </a:solidFill>
              </a:defRPr>
            </a:pPr>
            <a:r>
              <a:rPr sz="1425" b="0">
                <a:solidFill>
                  <a:srgbClr val="25323C"/>
                </a:solidFill>
              </a:rPr>
              <a:t>輸出不等於核准或部署許可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800AB79-789C-497B-968D-538491B27277}"/>
              </a:ext>
            </a:extLst>
          </p:cNvPr>
          <p:cNvSpPr>
            <a:spLocks noGrp="1"/>
          </p:cNvSpPr>
          <p:nvPr/>
        </p:nvSpPr>
        <p:spPr>
          <a:xfrm>
            <a:off x="742950" y="6248400"/>
            <a:ext cx="1047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C65D3B"/>
                </a:solidFill>
              </a:defRPr>
            </a:defPPr>
            <a:lvl1pPr>
              <a:defRPr sz="1125" b="1">
                <a:solidFill>
                  <a:srgbClr val="C65D3B"/>
                </a:solidFill>
              </a:defRPr>
            </a:lvl1pPr>
            <a:lvl2pPr>
              <a:defRPr sz="1125" b="1">
                <a:solidFill>
                  <a:srgbClr val="C65D3B"/>
                </a:solidFill>
              </a:defRPr>
            </a:lvl2pPr>
            <a:lvl3pPr>
              <a:defRPr sz="1125" b="1">
                <a:solidFill>
                  <a:srgbClr val="C65D3B"/>
                </a:solidFill>
              </a:defRPr>
            </a:lvl3pPr>
            <a:lvl4pPr>
              <a:defRPr sz="1125" b="1">
                <a:solidFill>
                  <a:srgbClr val="C65D3B"/>
                </a:solidFill>
              </a:defRPr>
            </a:lvl4pPr>
            <a:lvl5pPr>
              <a:defRPr sz="1125" b="1">
                <a:solidFill>
                  <a:srgbClr val="C65D3B"/>
                </a:solidFill>
              </a:defRPr>
            </a:lvl5pPr>
            <a:lvl6pPr>
              <a:defRPr sz="1125" b="1">
                <a:solidFill>
                  <a:srgbClr val="C65D3B"/>
                </a:solidFill>
              </a:defRPr>
            </a:lvl6pPr>
            <a:lvl7pPr>
              <a:defRPr sz="1125" b="1">
                <a:solidFill>
                  <a:srgbClr val="C65D3B"/>
                </a:solidFill>
              </a:defRPr>
            </a:lvl7pPr>
            <a:lvl8pPr>
              <a:defRPr sz="1125" b="1">
                <a:solidFill>
                  <a:srgbClr val="C65D3B"/>
                </a:solidFill>
              </a:defRPr>
            </a:lvl8pPr>
            <a:lvl9pPr>
              <a:defRPr sz="1125" b="1">
                <a:solidFill>
                  <a:srgbClr val="C65D3B"/>
                </a:solidFill>
              </a:defRPr>
            </a:lvl9pPr>
          </a:lstStyle>
          <a:p>
            <a:pPr>
              <a:defRPr sz="1125" b="1">
                <a:solidFill>
                  <a:srgbClr val="C65D3B"/>
                </a:solidFill>
              </a:defRPr>
            </a:pPr>
            <a:r>
              <a:rPr sz="1125" b="1">
                <a:solidFill>
                  <a:srgbClr val="C65D3B"/>
                </a:solidFill>
              </a:rPr>
              <a:t>提示只是約束，不是正確性保證；每次回答都須逐項核對。</a:t>
            </a:r>
          </a:p>
        </p:txBody>
      </p:sp>
    </p:spTree>
    <p:extLst>
      <p:ext uri="{BB962C8B-B14F-4D97-AF65-F5344CB8AC3E}">
        <p14:creationId xmlns:p14="http://schemas.microsoft.com/office/powerpoint/2010/main" val="136142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0E9F611-FC60-49EC-928E-F22264FA259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202A33"/>
                </a:solidFill>
              </a:defRPr>
            </a:defPPr>
            <a:lvl1pPr>
              <a:defRPr sz="1125" b="1">
                <a:solidFill>
                  <a:srgbClr val="202A33"/>
                </a:solidFill>
              </a:defRPr>
            </a:lvl1pPr>
            <a:lvl2pPr>
              <a:defRPr sz="1125" b="1">
                <a:solidFill>
                  <a:srgbClr val="202A33"/>
                </a:solidFill>
              </a:defRPr>
            </a:lvl2pPr>
            <a:lvl3pPr>
              <a:defRPr sz="1125" b="1">
                <a:solidFill>
                  <a:srgbClr val="202A33"/>
                </a:solidFill>
              </a:defRPr>
            </a:lvl3pPr>
            <a:lvl4pPr>
              <a:defRPr sz="1125" b="1">
                <a:solidFill>
                  <a:srgbClr val="202A33"/>
                </a:solidFill>
              </a:defRPr>
            </a:lvl4pPr>
            <a:lvl5pPr>
              <a:defRPr sz="1125" b="1">
                <a:solidFill>
                  <a:srgbClr val="202A33"/>
                </a:solidFill>
              </a:defRPr>
            </a:lvl5pPr>
            <a:lvl6pPr>
              <a:defRPr sz="1125" b="1">
                <a:solidFill>
                  <a:srgbClr val="202A33"/>
                </a:solidFill>
              </a:defRPr>
            </a:lvl6pPr>
            <a:lvl7pPr>
              <a:defRPr sz="1125" b="1">
                <a:solidFill>
                  <a:srgbClr val="202A33"/>
                </a:solidFill>
              </a:defRPr>
            </a:lvl7pPr>
            <a:lvl8pPr>
              <a:defRPr sz="1125" b="1">
                <a:solidFill>
                  <a:srgbClr val="202A33"/>
                </a:solidFill>
              </a:defRPr>
            </a:lvl8pPr>
            <a:lvl9pPr>
              <a:defRPr sz="1125" b="1">
                <a:solidFill>
                  <a:srgbClr val="202A33"/>
                </a:solidFill>
              </a:defRPr>
            </a:lvl9pPr>
          </a:lstStyle>
          <a:p>
            <a:pPr>
              <a:defRPr sz="1125" b="1">
                <a:solidFill>
                  <a:srgbClr val="202A33"/>
                </a:solidFill>
              </a:defRPr>
            </a:pPr>
            <a:r>
              <a:rPr sz="1125" b="1">
                <a:solidFill>
                  <a:srgbClr val="202A33"/>
                </a:solidFill>
              </a:rPr>
              <a:t>SQL SPA TOOLS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6BFA63-8865-40CB-B207-B6D2155B1E63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87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02A33"/>
                </a:solidFill>
              </a:defRPr>
            </a:defPPr>
            <a:lvl1pPr>
              <a:defRPr sz="2850" b="1">
                <a:solidFill>
                  <a:srgbClr val="202A33"/>
                </a:solidFill>
              </a:defRPr>
            </a:lvl1pPr>
            <a:lvl2pPr>
              <a:defRPr sz="2850" b="1">
                <a:solidFill>
                  <a:srgbClr val="202A33"/>
                </a:solidFill>
              </a:defRPr>
            </a:lvl2pPr>
            <a:lvl3pPr>
              <a:defRPr sz="2850" b="1">
                <a:solidFill>
                  <a:srgbClr val="202A33"/>
                </a:solidFill>
              </a:defRPr>
            </a:lvl3pPr>
            <a:lvl4pPr>
              <a:defRPr sz="2850" b="1">
                <a:solidFill>
                  <a:srgbClr val="202A33"/>
                </a:solidFill>
              </a:defRPr>
            </a:lvl4pPr>
            <a:lvl5pPr>
              <a:defRPr sz="2850" b="1">
                <a:solidFill>
                  <a:srgbClr val="202A33"/>
                </a:solidFill>
              </a:defRPr>
            </a:lvl5pPr>
            <a:lvl6pPr>
              <a:defRPr sz="2850" b="1">
                <a:solidFill>
                  <a:srgbClr val="202A33"/>
                </a:solidFill>
              </a:defRPr>
            </a:lvl6pPr>
            <a:lvl7pPr>
              <a:defRPr sz="2850" b="1">
                <a:solidFill>
                  <a:srgbClr val="202A33"/>
                </a:solidFill>
              </a:defRPr>
            </a:lvl7pPr>
            <a:lvl8pPr>
              <a:defRPr sz="2850" b="1">
                <a:solidFill>
                  <a:srgbClr val="202A33"/>
                </a:solidFill>
              </a:defRPr>
            </a:lvl8pPr>
            <a:lvl9pPr>
              <a:defRPr sz="2850" b="1">
                <a:solidFill>
                  <a:srgbClr val="202A33"/>
                </a:solidFill>
              </a:defRPr>
            </a:lvl9pPr>
          </a:lstStyle>
          <a:p>
            <a:pPr>
              <a:defRPr sz="2850" b="1">
                <a:solidFill>
                  <a:srgbClr val="202A33"/>
                </a:solidFill>
              </a:defRPr>
            </a:pPr>
            <a:r>
              <a:rPr sz="2850" b="1">
                <a:solidFill>
                  <a:srgbClr val="202A33"/>
                </a:solidFill>
              </a:rPr>
              <a:t>本機 SQL 分析、人工交接、Copilot 整理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93C219-A558-4DAD-A685-DEE2D10E9401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28575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34D604-8877-46B4-BB78-BA7C0FBB114A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1087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9656E"/>
                </a:solidFill>
              </a:defRPr>
            </a:defPPr>
            <a:lvl1pPr>
              <a:defRPr sz="900" b="0">
                <a:solidFill>
                  <a:srgbClr val="59656E"/>
                </a:solidFill>
              </a:defRPr>
            </a:lvl1pPr>
            <a:lvl2pPr>
              <a:defRPr sz="900" b="0">
                <a:solidFill>
                  <a:srgbClr val="59656E"/>
                </a:solidFill>
              </a:defRPr>
            </a:lvl2pPr>
            <a:lvl3pPr>
              <a:defRPr sz="900" b="0">
                <a:solidFill>
                  <a:srgbClr val="59656E"/>
                </a:solidFill>
              </a:defRPr>
            </a:lvl3pPr>
            <a:lvl4pPr>
              <a:defRPr sz="900" b="0">
                <a:solidFill>
                  <a:srgbClr val="59656E"/>
                </a:solidFill>
              </a:defRPr>
            </a:lvl4pPr>
            <a:lvl5pPr>
              <a:defRPr sz="900" b="0">
                <a:solidFill>
                  <a:srgbClr val="59656E"/>
                </a:solidFill>
              </a:defRPr>
            </a:lvl5pPr>
            <a:lvl6pPr>
              <a:defRPr sz="900" b="0">
                <a:solidFill>
                  <a:srgbClr val="59656E"/>
                </a:solidFill>
              </a:defRPr>
            </a:lvl6pPr>
            <a:lvl7pPr>
              <a:defRPr sz="900" b="0">
                <a:solidFill>
                  <a:srgbClr val="59656E"/>
                </a:solidFill>
              </a:defRPr>
            </a:lvl7pPr>
            <a:lvl8pPr>
              <a:defRPr sz="900" b="0">
                <a:solidFill>
                  <a:srgbClr val="59656E"/>
                </a:solidFill>
              </a:defRPr>
            </a:lvl8pPr>
            <a:lvl9pPr>
              <a:defRPr sz="900" b="0">
                <a:solidFill>
                  <a:srgbClr val="59656E"/>
                </a:solidFill>
              </a:defRPr>
            </a:lvl9pPr>
          </a:lstStyle>
          <a:p>
            <a:pPr>
              <a:defRPr sz="900" b="0">
                <a:solidFill>
                  <a:srgbClr val="59656E"/>
                </a:solidFill>
              </a:defRPr>
            </a:pPr>
            <a:r>
              <a:rPr sz="900" b="0">
                <a:solidFill>
                  <a:srgbClr val="59656E"/>
                </a:solidFill>
              </a:rPr>
              <a:t>鎖頭銀行 M365 COPILOT 黑客松  •  2026.10  |  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CA4341-2FFA-4F00-9D13-72369555B6F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365A69"/>
                </a:solidFill>
              </a:defRPr>
            </a:defPPr>
            <a:lvl1pPr>
              <a:defRPr sz="1725" b="1">
                <a:solidFill>
                  <a:srgbClr val="365A69"/>
                </a:solidFill>
              </a:defRPr>
            </a:lvl1pPr>
            <a:lvl2pPr>
              <a:defRPr sz="1725" b="1">
                <a:solidFill>
                  <a:srgbClr val="365A69"/>
                </a:solidFill>
              </a:defRPr>
            </a:lvl2pPr>
            <a:lvl3pPr>
              <a:defRPr sz="1725" b="1">
                <a:solidFill>
                  <a:srgbClr val="365A69"/>
                </a:solidFill>
              </a:defRPr>
            </a:lvl3pPr>
            <a:lvl4pPr>
              <a:defRPr sz="1725" b="1">
                <a:solidFill>
                  <a:srgbClr val="365A69"/>
                </a:solidFill>
              </a:defRPr>
            </a:lvl4pPr>
            <a:lvl5pPr>
              <a:defRPr sz="1725" b="1">
                <a:solidFill>
                  <a:srgbClr val="365A69"/>
                </a:solidFill>
              </a:defRPr>
            </a:lvl5pPr>
            <a:lvl6pPr>
              <a:defRPr sz="1725" b="1">
                <a:solidFill>
                  <a:srgbClr val="365A69"/>
                </a:solidFill>
              </a:defRPr>
            </a:lvl6pPr>
            <a:lvl7pPr>
              <a:defRPr sz="1725" b="1">
                <a:solidFill>
                  <a:srgbClr val="365A69"/>
                </a:solidFill>
              </a:defRPr>
            </a:lvl7pPr>
            <a:lvl8pPr>
              <a:defRPr sz="1725" b="1">
                <a:solidFill>
                  <a:srgbClr val="365A69"/>
                </a:solidFill>
              </a:defRPr>
            </a:lvl8pPr>
            <a:lvl9pPr>
              <a:defRPr sz="1725" b="1">
                <a:solidFill>
                  <a:srgbClr val="365A69"/>
                </a:solidFill>
              </a:defRPr>
            </a:lvl9pPr>
          </a:lstStyle>
          <a:p>
            <a:pPr>
              <a:defRPr sz="1725" b="1">
                <a:solidFill>
                  <a:srgbClr val="365A69"/>
                </a:solidFill>
              </a:defRPr>
            </a:pPr>
            <a:r>
              <a:rPr sz="1725" b="1">
                <a:solidFill>
                  <a:srgbClr val="365A69"/>
                </a:solidFill>
              </a:rPr>
              <a:t>資料與責任分區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01159A-428E-4A27-938A-2B0802582E07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3143250" cy="38100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DCB7BA-E3E3-4AA1-8B21-0B01CB2BA00C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使用者瀏覽器本機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49390A-309D-4C7B-8E06-968D440C36C6}"/>
              </a:ext>
            </a:extLst>
          </p:cNvPr>
          <p:cNvSpPr>
            <a:spLocks noGrp="1"/>
          </p:cNvSpPr>
          <p:nvPr/>
        </p:nvSpPr>
        <p:spPr>
          <a:xfrm>
            <a:off x="723900" y="3086100"/>
            <a:ext cx="3143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5323C"/>
                </a:solidFill>
              </a:defRPr>
            </a:defPPr>
            <a:lvl1pPr>
              <a:defRPr sz="1500" b="0">
                <a:solidFill>
                  <a:srgbClr val="25323C"/>
                </a:solidFill>
              </a:defRPr>
            </a:lvl1pPr>
            <a:lvl2pPr>
              <a:defRPr sz="1500" b="0">
                <a:solidFill>
                  <a:srgbClr val="25323C"/>
                </a:solidFill>
              </a:defRPr>
            </a:lvl2pPr>
            <a:lvl3pPr>
              <a:defRPr sz="1500" b="0">
                <a:solidFill>
                  <a:srgbClr val="25323C"/>
                </a:solidFill>
              </a:defRPr>
            </a:lvl3pPr>
            <a:lvl4pPr>
              <a:defRPr sz="1500" b="0">
                <a:solidFill>
                  <a:srgbClr val="25323C"/>
                </a:solidFill>
              </a:defRPr>
            </a:lvl4pPr>
            <a:lvl5pPr>
              <a:defRPr sz="1500" b="0">
                <a:solidFill>
                  <a:srgbClr val="25323C"/>
                </a:solidFill>
              </a:defRPr>
            </a:lvl5pPr>
            <a:lvl6pPr>
              <a:defRPr sz="1500" b="0">
                <a:solidFill>
                  <a:srgbClr val="25323C"/>
                </a:solidFill>
              </a:defRPr>
            </a:lvl6pPr>
            <a:lvl7pPr>
              <a:defRPr sz="1500" b="0">
                <a:solidFill>
                  <a:srgbClr val="25323C"/>
                </a:solidFill>
              </a:defRPr>
            </a:lvl7pPr>
            <a:lvl8pPr>
              <a:defRPr sz="1500" b="0">
                <a:solidFill>
                  <a:srgbClr val="25323C"/>
                </a:solidFill>
              </a:defRPr>
            </a:lvl8pPr>
            <a:lvl9pPr>
              <a:defRPr sz="1500" b="0">
                <a:solidFill>
                  <a:srgbClr val="25323C"/>
                </a:solidFill>
              </a:defRPr>
            </a:lvl9pPr>
          </a:lstStyle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SQL Compare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欄位血緣分析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摘要預覽與匯出</a:t>
            </a:r>
          </a:p>
          <a:p>
            <a:endParaRPr sz="1500" b="0">
              <a:solidFill>
                <a:srgbClr val="25323C"/>
              </a:solidFill>
            </a:endParaRP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原始 SQL 不上傳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979AC6-339F-4ABE-A632-25470241DAF5}"/>
              </a:ext>
            </a:extLst>
          </p:cNvPr>
          <p:cNvSpPr>
            <a:spLocks noGrp="1"/>
          </p:cNvSpPr>
          <p:nvPr/>
        </p:nvSpPr>
        <p:spPr>
          <a:xfrm>
            <a:off x="4514850" y="2362200"/>
            <a:ext cx="3143250" cy="38100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85F9CC-2007-408A-9D74-DBBA1B6CF645}"/>
              </a:ext>
            </a:extLst>
          </p:cNvPr>
          <p:cNvSpPr>
            <a:spLocks noGrp="1"/>
          </p:cNvSpPr>
          <p:nvPr/>
        </p:nvSpPr>
        <p:spPr>
          <a:xfrm>
            <a:off x="4514850" y="26003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使用者明確交接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421E23-4806-45FF-BD63-6B17237601A6}"/>
              </a:ext>
            </a:extLst>
          </p:cNvPr>
          <p:cNvSpPr>
            <a:spLocks noGrp="1"/>
          </p:cNvSpPr>
          <p:nvPr/>
        </p:nvSpPr>
        <p:spPr>
          <a:xfrm>
            <a:off x="4514850" y="3086100"/>
            <a:ext cx="3143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5323C"/>
                </a:solidFill>
              </a:defRPr>
            </a:defPPr>
            <a:lvl1pPr>
              <a:defRPr sz="1500" b="0">
                <a:solidFill>
                  <a:srgbClr val="25323C"/>
                </a:solidFill>
              </a:defRPr>
            </a:lvl1pPr>
            <a:lvl2pPr>
              <a:defRPr sz="1500" b="0">
                <a:solidFill>
                  <a:srgbClr val="25323C"/>
                </a:solidFill>
              </a:defRPr>
            </a:lvl2pPr>
            <a:lvl3pPr>
              <a:defRPr sz="1500" b="0">
                <a:solidFill>
                  <a:srgbClr val="25323C"/>
                </a:solidFill>
              </a:defRPr>
            </a:lvl3pPr>
            <a:lvl4pPr>
              <a:defRPr sz="1500" b="0">
                <a:solidFill>
                  <a:srgbClr val="25323C"/>
                </a:solidFill>
              </a:defRPr>
            </a:lvl4pPr>
            <a:lvl5pPr>
              <a:defRPr sz="1500" b="0">
                <a:solidFill>
                  <a:srgbClr val="25323C"/>
                </a:solidFill>
              </a:defRPr>
            </a:lvl5pPr>
            <a:lvl6pPr>
              <a:defRPr sz="1500" b="0">
                <a:solidFill>
                  <a:srgbClr val="25323C"/>
                </a:solidFill>
              </a:defRPr>
            </a:lvl6pPr>
            <a:lvl7pPr>
              <a:defRPr sz="1500" b="0">
                <a:solidFill>
                  <a:srgbClr val="25323C"/>
                </a:solidFill>
              </a:defRPr>
            </a:lvl7pPr>
            <a:lvl8pPr>
              <a:defRPr sz="1500" b="0">
                <a:solidFill>
                  <a:srgbClr val="25323C"/>
                </a:solidFill>
              </a:defRPr>
            </a:lvl8pPr>
            <a:lvl9pPr>
              <a:defRPr sz="1500" b="0">
                <a:solidFill>
                  <a:srgbClr val="25323C"/>
                </a:solidFill>
              </a:defRPr>
            </a:lvl9pPr>
          </a:lstStyle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檢查物件／欄位名稱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確認內容可提供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手動上傳 JSON</a:t>
            </a:r>
          </a:p>
          <a:p>
            <a:endParaRPr sz="1500" b="0">
              <a:solidFill>
                <a:srgbClr val="25323C"/>
              </a:solidFill>
            </a:endParaRP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敏感性不明即停止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AF4BDE-B89C-43BC-A50D-8D86A610E777}"/>
              </a:ext>
            </a:extLst>
          </p:cNvPr>
          <p:cNvSpPr>
            <a:spLocks noGrp="1"/>
          </p:cNvSpPr>
          <p:nvPr/>
        </p:nvSpPr>
        <p:spPr>
          <a:xfrm>
            <a:off x="8305800" y="2362200"/>
            <a:ext cx="3143250" cy="38100"/>
          </a:xfrm>
          <a:prstGeom prst="rect">
            <a:avLst/>
          </a:prstGeom>
          <a:solidFill>
            <a:srgbClr val="202A33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296DAF-6E6F-4DEB-A67D-8BED73A0AA89}"/>
              </a:ext>
            </a:extLst>
          </p:cNvPr>
          <p:cNvSpPr>
            <a:spLocks noGrp="1"/>
          </p:cNvSpPr>
          <p:nvPr/>
        </p:nvSpPr>
        <p:spPr>
          <a:xfrm>
            <a:off x="8305800" y="26003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M365 Copilot Chat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20DF46-8A03-4413-AF4A-3580838BCD2B}"/>
              </a:ext>
            </a:extLst>
          </p:cNvPr>
          <p:cNvSpPr>
            <a:spLocks noGrp="1"/>
          </p:cNvSpPr>
          <p:nvPr/>
        </p:nvSpPr>
        <p:spPr>
          <a:xfrm>
            <a:off x="8305800" y="3086100"/>
            <a:ext cx="3143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5323C"/>
                </a:solidFill>
              </a:defRPr>
            </a:defPPr>
            <a:lvl1pPr>
              <a:defRPr sz="1500" b="0">
                <a:solidFill>
                  <a:srgbClr val="25323C"/>
                </a:solidFill>
              </a:defRPr>
            </a:lvl1pPr>
            <a:lvl2pPr>
              <a:defRPr sz="1500" b="0">
                <a:solidFill>
                  <a:srgbClr val="25323C"/>
                </a:solidFill>
              </a:defRPr>
            </a:lvl2pPr>
            <a:lvl3pPr>
              <a:defRPr sz="1500" b="0">
                <a:solidFill>
                  <a:srgbClr val="25323C"/>
                </a:solidFill>
              </a:defRPr>
            </a:lvl3pPr>
            <a:lvl4pPr>
              <a:defRPr sz="1500" b="0">
                <a:solidFill>
                  <a:srgbClr val="25323C"/>
                </a:solidFill>
              </a:defRPr>
            </a:lvl4pPr>
            <a:lvl5pPr>
              <a:defRPr sz="1500" b="0">
                <a:solidFill>
                  <a:srgbClr val="25323C"/>
                </a:solidFill>
              </a:defRPr>
            </a:lvl5pPr>
            <a:lvl6pPr>
              <a:defRPr sz="1500" b="0">
                <a:solidFill>
                  <a:srgbClr val="25323C"/>
                </a:solidFill>
              </a:defRPr>
            </a:lvl6pPr>
            <a:lvl7pPr>
              <a:defRPr sz="1500" b="0">
                <a:solidFill>
                  <a:srgbClr val="25323C"/>
                </a:solidFill>
              </a:defRPr>
            </a:lvl7pPr>
            <a:lvl8pPr>
              <a:defRPr sz="1500" b="0">
                <a:solidFill>
                  <a:srgbClr val="25323C"/>
                </a:solidFill>
              </a:defRPr>
            </a:lvl8pPr>
            <a:lvl9pPr>
              <a:defRPr sz="1500" b="0">
                <a:solidFill>
                  <a:srgbClr val="25323C"/>
                </a:solidFill>
              </a:defRPr>
            </a:lvl9pPr>
          </a:lstStyle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依固定提示整理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保留 JSON evidence</a:t>
            </a: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列出警告與限制</a:t>
            </a:r>
          </a:p>
          <a:p>
            <a:endParaRPr sz="1500" b="0">
              <a:solidFill>
                <a:srgbClr val="25323C"/>
              </a:solidFill>
            </a:endParaRPr>
          </a:p>
          <a:p>
            <a:pPr>
              <a:defRPr sz="1500" b="0">
                <a:solidFill>
                  <a:srgbClr val="25323C"/>
                </a:solidFill>
              </a:defRPr>
            </a:pPr>
            <a:r>
              <a:rPr sz="1500" b="0">
                <a:solidFill>
                  <a:srgbClr val="25323C"/>
                </a:solidFill>
              </a:rPr>
              <a:t>風險管理覆核者回查並覆核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8D9514-65A6-4D53-9E0B-E225D51006DC}"/>
              </a:ext>
            </a:extLst>
          </p:cNvPr>
          <p:cNvSpPr>
            <a:spLocks noGrp="1"/>
          </p:cNvSpPr>
          <p:nvPr/>
        </p:nvSpPr>
        <p:spPr>
          <a:xfrm>
            <a:off x="3981450" y="32004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DFF8B4-CDE5-4560-AF6F-5E633B28DC54}"/>
              </a:ext>
            </a:extLst>
          </p:cNvPr>
          <p:cNvSpPr>
            <a:spLocks noGrp="1"/>
          </p:cNvSpPr>
          <p:nvPr/>
        </p:nvSpPr>
        <p:spPr>
          <a:xfrm>
            <a:off x="7772400" y="32004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3EF08F-EDB1-4E0B-A62F-2524B96BD41E}"/>
              </a:ext>
            </a:extLst>
          </p:cNvPr>
          <p:cNvSpPr>
            <a:spLocks noGrp="1"/>
          </p:cNvSpPr>
          <p:nvPr/>
        </p:nvSpPr>
        <p:spPr>
          <a:xfrm>
            <a:off x="723900" y="5257800"/>
            <a:ext cx="10725150" cy="9525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8D416E4-FCDD-40CE-B79E-69B6393012A2}"/>
              </a:ext>
            </a:extLst>
          </p:cNvPr>
          <p:cNvSpPr>
            <a:spLocks noGrp="1"/>
          </p:cNvSpPr>
          <p:nvPr/>
        </p:nvSpPr>
        <p:spPr>
          <a:xfrm>
            <a:off x="723900" y="55054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C65D3B"/>
                </a:solidFill>
              </a:defRPr>
            </a:defPPr>
            <a:lvl1pPr>
              <a:defRPr sz="1350" b="1">
                <a:solidFill>
                  <a:srgbClr val="C65D3B"/>
                </a:solidFill>
              </a:defRPr>
            </a:lvl1pPr>
            <a:lvl2pPr>
              <a:defRPr sz="1350" b="1">
                <a:solidFill>
                  <a:srgbClr val="C65D3B"/>
                </a:solidFill>
              </a:defRPr>
            </a:lvl2pPr>
            <a:lvl3pPr>
              <a:defRPr sz="1350" b="1">
                <a:solidFill>
                  <a:srgbClr val="C65D3B"/>
                </a:solidFill>
              </a:defRPr>
            </a:lvl3pPr>
            <a:lvl4pPr>
              <a:defRPr sz="1350" b="1">
                <a:solidFill>
                  <a:srgbClr val="C65D3B"/>
                </a:solidFill>
              </a:defRPr>
            </a:lvl4pPr>
            <a:lvl5pPr>
              <a:defRPr sz="1350" b="1">
                <a:solidFill>
                  <a:srgbClr val="C65D3B"/>
                </a:solidFill>
              </a:defRPr>
            </a:lvl5pPr>
            <a:lvl6pPr>
              <a:defRPr sz="1350" b="1">
                <a:solidFill>
                  <a:srgbClr val="C65D3B"/>
                </a:solidFill>
              </a:defRPr>
            </a:lvl6pPr>
            <a:lvl7pPr>
              <a:defRPr sz="1350" b="1">
                <a:solidFill>
                  <a:srgbClr val="C65D3B"/>
                </a:solidFill>
              </a:defRPr>
            </a:lvl7pPr>
            <a:lvl8pPr>
              <a:defRPr sz="1350" b="1">
                <a:solidFill>
                  <a:srgbClr val="C65D3B"/>
                </a:solidFill>
              </a:defRPr>
            </a:lvl8pPr>
            <a:lvl9pPr>
              <a:defRPr sz="1350" b="1">
                <a:solidFill>
                  <a:srgbClr val="C65D3B"/>
                </a:solidFill>
              </a:defRPr>
            </a:lvl9pPr>
          </a:lstStyle>
          <a:p>
            <a:pPr>
              <a:defRPr sz="1350" b="1">
                <a:solidFill>
                  <a:srgbClr val="C65D3B"/>
                </a:solidFill>
              </a:defRPr>
            </a:pPr>
            <a:r>
              <a:rPr sz="1350" b="1">
                <a:solidFill>
                  <a:srgbClr val="C65D3B"/>
                </a:solidFill>
              </a:rPr>
              <a:t>原型不連銀行資料庫、不執行 SQL、不修改腳本、不批准或部署變更。正式使用須先取得銀行政策與 M365 管理核准。</a:t>
            </a:r>
          </a:p>
        </p:txBody>
      </p:sp>
    </p:spTree>
    <p:extLst>
      <p:ext uri="{BB962C8B-B14F-4D97-AF65-F5344CB8AC3E}">
        <p14:creationId xmlns:p14="http://schemas.microsoft.com/office/powerpoint/2010/main" val="262997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A840DC6-270D-4760-881B-C650B4442BFD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87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02A33"/>
                </a:solidFill>
              </a:defRPr>
            </a:defPPr>
            <a:lvl1pPr>
              <a:defRPr sz="2850" b="1">
                <a:solidFill>
                  <a:srgbClr val="202A33"/>
                </a:solidFill>
              </a:defRPr>
            </a:lvl1pPr>
            <a:lvl2pPr>
              <a:defRPr sz="2850" b="1">
                <a:solidFill>
                  <a:srgbClr val="202A33"/>
                </a:solidFill>
              </a:defRPr>
            </a:lvl2pPr>
            <a:lvl3pPr>
              <a:defRPr sz="2850" b="1">
                <a:solidFill>
                  <a:srgbClr val="202A33"/>
                </a:solidFill>
              </a:defRPr>
            </a:lvl3pPr>
            <a:lvl4pPr>
              <a:defRPr sz="2850" b="1">
                <a:solidFill>
                  <a:srgbClr val="202A33"/>
                </a:solidFill>
              </a:defRPr>
            </a:lvl4pPr>
            <a:lvl5pPr>
              <a:defRPr sz="2850" b="1">
                <a:solidFill>
                  <a:srgbClr val="202A33"/>
                </a:solidFill>
              </a:defRPr>
            </a:lvl5pPr>
            <a:lvl6pPr>
              <a:defRPr sz="2850" b="1">
                <a:solidFill>
                  <a:srgbClr val="202A33"/>
                </a:solidFill>
              </a:defRPr>
            </a:lvl6pPr>
            <a:lvl7pPr>
              <a:defRPr sz="2850" b="1">
                <a:solidFill>
                  <a:srgbClr val="202A33"/>
                </a:solidFill>
              </a:defRPr>
            </a:lvl7pPr>
            <a:lvl8pPr>
              <a:defRPr sz="2850" b="1">
                <a:solidFill>
                  <a:srgbClr val="202A33"/>
                </a:solidFill>
              </a:defRPr>
            </a:lvl8pPr>
            <a:lvl9pPr>
              <a:defRPr sz="2850" b="1">
                <a:solidFill>
                  <a:srgbClr val="202A33"/>
                </a:solidFill>
              </a:defRPr>
            </a:lvl9pPr>
          </a:lstStyle>
          <a:p>
            <a:pPr>
              <a:defRPr sz="2850" b="1">
                <a:solidFill>
                  <a:srgbClr val="202A33"/>
                </a:solidFill>
              </a:defRPr>
            </a:pPr>
            <a:r>
              <a:rPr lang="zh-TW" altLang="en-US" sz="2850" b="1">
                <a:solidFill>
                  <a:srgbClr val="202A33"/>
                </a:solidFill>
                <a:latin typeface="Microsoft JhengHei" panose="020B0604030504040204" pitchFamily="34" charset="-120"/>
              </a:rPr>
              <a:t>成本效益以情境假設估算，實際結果待配對量測</a:t>
            </a:r>
            <a:endParaRPr sz="2850" b="1">
              <a:solidFill>
                <a:srgbClr val="202A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24CB50-4DCA-44F1-B363-DDAA6DCBC1AA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28575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426BA5-4B5E-43AB-9317-7EB2170CCBBF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10744200" cy="9525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5C395B8-E528-3017-ACD6-98613B201806}"/>
              </a:ext>
            </a:extLst>
          </p:cNvPr>
          <p:cNvSpPr txBox="1"/>
          <p:nvPr/>
        </p:nvSpPr>
        <p:spPr>
          <a:xfrm>
            <a:off x="749808" y="1664208"/>
            <a:ext cx="10789920" cy="271869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r>
              <a:rPr lang="zh-TW" altLang="en-US" sz="1600" b="1">
                <a:solidFill>
                  <a:srgbClr val="365A69"/>
                </a:solidFill>
                <a:latin typeface="Microsoft JhengHei" panose="020B0604030504040204" pitchFamily="34" charset="-120"/>
              </a:rPr>
              <a:t>質化效益：影響證據可回查、解析警告可見，減少跨團隊重複核對負擔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DE828F2-0CEA-69EB-26BC-97FE4460614D}"/>
              </a:ext>
            </a:extLst>
          </p:cNvPr>
          <p:cNvSpPr/>
          <p:nvPr/>
        </p:nvSpPr>
        <p:spPr>
          <a:xfrm>
            <a:off x="749808" y="2084832"/>
            <a:ext cx="10222992" cy="338328"/>
          </a:xfrm>
          <a:prstGeom prst="rect">
            <a:avLst/>
          </a:prstGeom>
          <a:solidFill>
            <a:srgbClr val="202A3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FC23017-615B-370F-D170-FC512EC125FC}"/>
              </a:ext>
            </a:extLst>
          </p:cNvPr>
          <p:cNvSpPr txBox="1"/>
          <p:nvPr/>
        </p:nvSpPr>
        <p:spPr>
          <a:xfrm>
            <a:off x="749808" y="2093976"/>
            <a:ext cx="1463040" cy="218008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zh-TW" altLang="en-US" sz="1250" b="1">
                <a:solidFill>
                  <a:srgbClr val="FFFFFF"/>
                </a:solidFill>
                <a:latin typeface="Microsoft JhengHei" panose="020B0604030504040204" pitchFamily="34" charset="-120"/>
              </a:rPr>
              <a:t>情境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8D4B3D4-040D-F510-03D0-9996922C17EE}"/>
              </a:ext>
            </a:extLst>
          </p:cNvPr>
          <p:cNvSpPr txBox="1"/>
          <p:nvPr/>
        </p:nvSpPr>
        <p:spPr>
          <a:xfrm>
            <a:off x="2304288" y="2093976"/>
            <a:ext cx="1645920" cy="218008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zh-TW" altLang="en-US" sz="1250" b="1">
                <a:solidFill>
                  <a:srgbClr val="FFFFFF"/>
                </a:solidFill>
                <a:latin typeface="Microsoft JhengHei" panose="020B0604030504040204" pitchFamily="34" charset="-120"/>
              </a:rPr>
              <a:t>年案件量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7D7D4D3-71FB-CF3A-A332-A7CFE06F4819}"/>
              </a:ext>
            </a:extLst>
          </p:cNvPr>
          <p:cNvSpPr txBox="1"/>
          <p:nvPr/>
        </p:nvSpPr>
        <p:spPr>
          <a:xfrm>
            <a:off x="4069080" y="2093976"/>
            <a:ext cx="1965960" cy="218008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zh-TW" altLang="en-US" sz="1250" b="1">
                <a:solidFill>
                  <a:srgbClr val="FFFFFF"/>
                </a:solidFill>
                <a:latin typeface="Microsoft JhengHei" panose="020B0604030504040204" pitchFamily="34" charset="-120"/>
              </a:rPr>
              <a:t>每案節省假設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22F8E48-DDF3-9DBA-E04D-9B667B1D176F}"/>
              </a:ext>
            </a:extLst>
          </p:cNvPr>
          <p:cNvSpPr txBox="1"/>
          <p:nvPr/>
        </p:nvSpPr>
        <p:spPr>
          <a:xfrm>
            <a:off x="6126480" y="2093976"/>
            <a:ext cx="1920240" cy="218008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zh-TW" altLang="en-US" sz="1250" b="1">
                <a:solidFill>
                  <a:srgbClr val="FFFFFF"/>
                </a:solidFill>
                <a:latin typeface="Microsoft JhengHei" panose="020B0604030504040204" pitchFamily="34" charset="-120"/>
              </a:rPr>
              <a:t>年回收工時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BE7071C-3958-9264-1BF8-23278409A221}"/>
              </a:ext>
            </a:extLst>
          </p:cNvPr>
          <p:cNvSpPr txBox="1"/>
          <p:nvPr/>
        </p:nvSpPr>
        <p:spPr>
          <a:xfrm>
            <a:off x="8138160" y="2093976"/>
            <a:ext cx="2834640" cy="218008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zh-TW" altLang="en-US" sz="1250" b="1">
                <a:solidFill>
                  <a:srgbClr val="FFFFFF"/>
                </a:solidFill>
                <a:latin typeface="Microsoft JhengHei" panose="020B0604030504040204" pitchFamily="34" charset="-120"/>
              </a:rPr>
              <a:t>年工時價值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5DDBCA-68F9-A9BB-65BC-7C8CEDF50FAC}"/>
              </a:ext>
            </a:extLst>
          </p:cNvPr>
          <p:cNvSpPr/>
          <p:nvPr/>
        </p:nvSpPr>
        <p:spPr>
          <a:xfrm>
            <a:off x="749808" y="2450592"/>
            <a:ext cx="10222992" cy="356616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6BDD57B-E819-530B-4AE4-95749FD4C3B9}"/>
              </a:ext>
            </a:extLst>
          </p:cNvPr>
          <p:cNvSpPr txBox="1"/>
          <p:nvPr/>
        </p:nvSpPr>
        <p:spPr>
          <a:xfrm>
            <a:off x="749808" y="2459736"/>
            <a:ext cx="146304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zh-TW" altLang="en-US" sz="1450">
                <a:solidFill>
                  <a:srgbClr val="25323C"/>
                </a:solidFill>
                <a:latin typeface="Microsoft JhengHei" panose="020B0604030504040204" pitchFamily="34" charset="-120"/>
              </a:rPr>
              <a:t>保守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C779168-FDB2-D1D3-A4A6-C70A7EC258F3}"/>
              </a:ext>
            </a:extLst>
          </p:cNvPr>
          <p:cNvSpPr txBox="1"/>
          <p:nvPr/>
        </p:nvSpPr>
        <p:spPr>
          <a:xfrm>
            <a:off x="2304288" y="2459736"/>
            <a:ext cx="164592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en-US" altLang="zh-TW" sz="1450">
                <a:solidFill>
                  <a:srgbClr val="25323C"/>
                </a:solidFill>
                <a:latin typeface="Microsoft JhengHei" panose="020B0604030504040204" pitchFamily="34" charset="-120"/>
              </a:rPr>
              <a:t>120 </a:t>
            </a:r>
            <a:r>
              <a:rPr lang="zh-TW" altLang="en-US" sz="1450">
                <a:solidFill>
                  <a:srgbClr val="25323C"/>
                </a:solidFill>
                <a:latin typeface="Microsoft JhengHei" panose="020B0604030504040204" pitchFamily="34" charset="-120"/>
              </a:rPr>
              <a:t>件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1F8799B-5723-041F-424A-9C6D93B4B683}"/>
              </a:ext>
            </a:extLst>
          </p:cNvPr>
          <p:cNvSpPr txBox="1"/>
          <p:nvPr/>
        </p:nvSpPr>
        <p:spPr>
          <a:xfrm>
            <a:off x="4069080" y="2459736"/>
            <a:ext cx="196596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en-US" altLang="zh-TW" sz="1450">
                <a:solidFill>
                  <a:srgbClr val="25323C"/>
                </a:solidFill>
                <a:latin typeface="Microsoft JhengHei" panose="020B0604030504040204" pitchFamily="34" charset="-120"/>
              </a:rPr>
              <a:t>10 </a:t>
            </a:r>
            <a:r>
              <a:rPr lang="zh-TW" altLang="en-US" sz="1450">
                <a:solidFill>
                  <a:srgbClr val="25323C"/>
                </a:solidFill>
                <a:latin typeface="Microsoft JhengHei" panose="020B0604030504040204" pitchFamily="34" charset="-120"/>
              </a:rPr>
              <a:t>分鐘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8B7A9D0-9483-5476-2495-85B6750F7D8C}"/>
              </a:ext>
            </a:extLst>
          </p:cNvPr>
          <p:cNvSpPr txBox="1"/>
          <p:nvPr/>
        </p:nvSpPr>
        <p:spPr>
          <a:xfrm>
            <a:off x="6126480" y="2459736"/>
            <a:ext cx="192024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en-US" altLang="zh-TW" sz="1450">
                <a:solidFill>
                  <a:srgbClr val="25323C"/>
                </a:solidFill>
                <a:latin typeface="Microsoft JhengHei" panose="020B0604030504040204" pitchFamily="34" charset="-120"/>
              </a:rPr>
              <a:t>20 </a:t>
            </a:r>
            <a:r>
              <a:rPr lang="zh-TW" altLang="en-US" sz="1450">
                <a:solidFill>
                  <a:srgbClr val="25323C"/>
                </a:solidFill>
                <a:latin typeface="Microsoft JhengHei" panose="020B0604030504040204" pitchFamily="34" charset="-120"/>
              </a:rPr>
              <a:t>小時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88E4C22-7A9C-5C5D-FA63-D4C2FA12050B}"/>
              </a:ext>
            </a:extLst>
          </p:cNvPr>
          <p:cNvSpPr txBox="1"/>
          <p:nvPr/>
        </p:nvSpPr>
        <p:spPr>
          <a:xfrm>
            <a:off x="8138160" y="2459736"/>
            <a:ext cx="283464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en-US" altLang="zh-TW" sz="1450">
                <a:solidFill>
                  <a:srgbClr val="25323C"/>
                </a:solidFill>
                <a:latin typeface="Microsoft JhengHei" panose="020B0604030504040204" pitchFamily="34" charset="-120"/>
              </a:rPr>
              <a:t>NT$18,000</a:t>
            </a:r>
            <a:endParaRPr lang="zh-TW" altLang="en-US" sz="1450">
              <a:solidFill>
                <a:srgbClr val="25323C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DED3DC2-F167-BFA9-D1FE-703677A78F51}"/>
              </a:ext>
            </a:extLst>
          </p:cNvPr>
          <p:cNvSpPr/>
          <p:nvPr/>
        </p:nvSpPr>
        <p:spPr>
          <a:xfrm>
            <a:off x="749808" y="2834640"/>
            <a:ext cx="10222992" cy="356616"/>
          </a:xfrm>
          <a:prstGeom prst="rect">
            <a:avLst/>
          </a:prstGeom>
          <a:solidFill>
            <a:srgbClr val="F7FAF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4F6BA342-8776-7A79-581A-9EC449AF9569}"/>
              </a:ext>
            </a:extLst>
          </p:cNvPr>
          <p:cNvSpPr txBox="1"/>
          <p:nvPr/>
        </p:nvSpPr>
        <p:spPr>
          <a:xfrm>
            <a:off x="749808" y="2843784"/>
            <a:ext cx="146304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zh-TW" altLang="en-US" sz="1450" b="1">
                <a:solidFill>
                  <a:srgbClr val="25323C"/>
                </a:solidFill>
                <a:latin typeface="Microsoft JhengHei" panose="020B0604030504040204" pitchFamily="34" charset="-120"/>
              </a:rPr>
              <a:t>基準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948CA8C-DCD1-3CAD-A1B6-DD2A6570DB62}"/>
              </a:ext>
            </a:extLst>
          </p:cNvPr>
          <p:cNvSpPr txBox="1"/>
          <p:nvPr/>
        </p:nvSpPr>
        <p:spPr>
          <a:xfrm>
            <a:off x="2304288" y="2843784"/>
            <a:ext cx="164592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en-US" altLang="zh-TW" sz="1450">
                <a:solidFill>
                  <a:srgbClr val="25323C"/>
                </a:solidFill>
                <a:latin typeface="Microsoft JhengHei" panose="020B0604030504040204" pitchFamily="34" charset="-120"/>
              </a:rPr>
              <a:t>300 </a:t>
            </a:r>
            <a:r>
              <a:rPr lang="zh-TW" altLang="en-US" sz="1450">
                <a:solidFill>
                  <a:srgbClr val="25323C"/>
                </a:solidFill>
                <a:latin typeface="Microsoft JhengHei" panose="020B0604030504040204" pitchFamily="34" charset="-120"/>
              </a:rPr>
              <a:t>件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A54F61C-B40C-D919-E93D-4E84F04F6141}"/>
              </a:ext>
            </a:extLst>
          </p:cNvPr>
          <p:cNvSpPr txBox="1"/>
          <p:nvPr/>
        </p:nvSpPr>
        <p:spPr>
          <a:xfrm>
            <a:off x="4069080" y="2843784"/>
            <a:ext cx="196596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en-US" altLang="zh-TW" sz="1450">
                <a:solidFill>
                  <a:srgbClr val="25323C"/>
                </a:solidFill>
                <a:latin typeface="Microsoft JhengHei" panose="020B0604030504040204" pitchFamily="34" charset="-120"/>
              </a:rPr>
              <a:t>20 </a:t>
            </a:r>
            <a:r>
              <a:rPr lang="zh-TW" altLang="en-US" sz="1450">
                <a:solidFill>
                  <a:srgbClr val="25323C"/>
                </a:solidFill>
                <a:latin typeface="Microsoft JhengHei" panose="020B0604030504040204" pitchFamily="34" charset="-120"/>
              </a:rPr>
              <a:t>分鐘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CFCD65C-31EA-732A-4ACE-1FC54416EA2E}"/>
              </a:ext>
            </a:extLst>
          </p:cNvPr>
          <p:cNvSpPr txBox="1"/>
          <p:nvPr/>
        </p:nvSpPr>
        <p:spPr>
          <a:xfrm>
            <a:off x="6126480" y="2843784"/>
            <a:ext cx="192024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en-US" altLang="zh-TW" sz="1450">
                <a:solidFill>
                  <a:srgbClr val="25323C"/>
                </a:solidFill>
                <a:latin typeface="Microsoft JhengHei" panose="020B0604030504040204" pitchFamily="34" charset="-120"/>
              </a:rPr>
              <a:t>100 </a:t>
            </a:r>
            <a:r>
              <a:rPr lang="zh-TW" altLang="en-US" sz="1450">
                <a:solidFill>
                  <a:srgbClr val="25323C"/>
                </a:solidFill>
                <a:latin typeface="Microsoft JhengHei" panose="020B0604030504040204" pitchFamily="34" charset="-120"/>
              </a:rPr>
              <a:t>小時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FE4F180-D44D-3E70-A28A-2C29EFBDBBDB}"/>
              </a:ext>
            </a:extLst>
          </p:cNvPr>
          <p:cNvSpPr txBox="1"/>
          <p:nvPr/>
        </p:nvSpPr>
        <p:spPr>
          <a:xfrm>
            <a:off x="8138160" y="2843784"/>
            <a:ext cx="283464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en-US" altLang="zh-TW" sz="1450">
                <a:solidFill>
                  <a:srgbClr val="25323C"/>
                </a:solidFill>
                <a:latin typeface="Microsoft JhengHei" panose="020B0604030504040204" pitchFamily="34" charset="-120"/>
              </a:rPr>
              <a:t>NT$90,000</a:t>
            </a:r>
            <a:endParaRPr lang="zh-TW" altLang="en-US" sz="1450">
              <a:solidFill>
                <a:srgbClr val="25323C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936B198-1F22-04CB-DF13-8A50DD16A69A}"/>
              </a:ext>
            </a:extLst>
          </p:cNvPr>
          <p:cNvSpPr/>
          <p:nvPr/>
        </p:nvSpPr>
        <p:spPr>
          <a:xfrm>
            <a:off x="749808" y="3218688"/>
            <a:ext cx="10222992" cy="356616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46CB929-EF3E-7ACF-4398-5C6E663F0CBF}"/>
              </a:ext>
            </a:extLst>
          </p:cNvPr>
          <p:cNvSpPr txBox="1"/>
          <p:nvPr/>
        </p:nvSpPr>
        <p:spPr>
          <a:xfrm>
            <a:off x="749808" y="3227832"/>
            <a:ext cx="146304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zh-TW" altLang="en-US" sz="1450">
                <a:solidFill>
                  <a:srgbClr val="25323C"/>
                </a:solidFill>
                <a:latin typeface="Microsoft JhengHei" panose="020B0604030504040204" pitchFamily="34" charset="-120"/>
              </a:rPr>
              <a:t>高量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5E6B7506-FE58-32DE-5E3E-44B8DD3726B5}"/>
              </a:ext>
            </a:extLst>
          </p:cNvPr>
          <p:cNvSpPr txBox="1"/>
          <p:nvPr/>
        </p:nvSpPr>
        <p:spPr>
          <a:xfrm>
            <a:off x="2304288" y="3227832"/>
            <a:ext cx="164592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en-US" altLang="zh-TW" sz="1450">
                <a:solidFill>
                  <a:srgbClr val="25323C"/>
                </a:solidFill>
                <a:latin typeface="Microsoft JhengHei" panose="020B0604030504040204" pitchFamily="34" charset="-120"/>
              </a:rPr>
              <a:t>600 </a:t>
            </a:r>
            <a:r>
              <a:rPr lang="zh-TW" altLang="en-US" sz="1450">
                <a:solidFill>
                  <a:srgbClr val="25323C"/>
                </a:solidFill>
                <a:latin typeface="Microsoft JhengHei" panose="020B0604030504040204" pitchFamily="34" charset="-120"/>
              </a:rPr>
              <a:t>件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FEA2C12C-DE53-3378-0443-7C0BD230C803}"/>
              </a:ext>
            </a:extLst>
          </p:cNvPr>
          <p:cNvSpPr txBox="1"/>
          <p:nvPr/>
        </p:nvSpPr>
        <p:spPr>
          <a:xfrm>
            <a:off x="4069080" y="3227832"/>
            <a:ext cx="196596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en-US" altLang="zh-TW" sz="1450">
                <a:solidFill>
                  <a:srgbClr val="25323C"/>
                </a:solidFill>
                <a:latin typeface="Microsoft JhengHei" panose="020B0604030504040204" pitchFamily="34" charset="-120"/>
              </a:rPr>
              <a:t>30 </a:t>
            </a:r>
            <a:r>
              <a:rPr lang="zh-TW" altLang="en-US" sz="1450">
                <a:solidFill>
                  <a:srgbClr val="25323C"/>
                </a:solidFill>
                <a:latin typeface="Microsoft JhengHei" panose="020B0604030504040204" pitchFamily="34" charset="-120"/>
              </a:rPr>
              <a:t>分鐘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B15DBA-1F35-EFD5-F8D1-D50610698437}"/>
              </a:ext>
            </a:extLst>
          </p:cNvPr>
          <p:cNvSpPr txBox="1"/>
          <p:nvPr/>
        </p:nvSpPr>
        <p:spPr>
          <a:xfrm>
            <a:off x="6126480" y="3227832"/>
            <a:ext cx="192024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en-US" altLang="zh-TW" sz="1450">
                <a:solidFill>
                  <a:srgbClr val="25323C"/>
                </a:solidFill>
                <a:latin typeface="Microsoft JhengHei" panose="020B0604030504040204" pitchFamily="34" charset="-120"/>
              </a:rPr>
              <a:t>300 </a:t>
            </a:r>
            <a:r>
              <a:rPr lang="zh-TW" altLang="en-US" sz="1450">
                <a:solidFill>
                  <a:srgbClr val="25323C"/>
                </a:solidFill>
                <a:latin typeface="Microsoft JhengHei" panose="020B0604030504040204" pitchFamily="34" charset="-120"/>
              </a:rPr>
              <a:t>小時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E8F07AE3-212D-8536-C02F-BF0077EB86F6}"/>
              </a:ext>
            </a:extLst>
          </p:cNvPr>
          <p:cNvSpPr txBox="1"/>
          <p:nvPr/>
        </p:nvSpPr>
        <p:spPr>
          <a:xfrm>
            <a:off x="8138160" y="3227832"/>
            <a:ext cx="2834640" cy="248786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pPr algn="ctr"/>
            <a:r>
              <a:rPr lang="en-US" altLang="zh-TW" sz="1450">
                <a:solidFill>
                  <a:srgbClr val="25323C"/>
                </a:solidFill>
                <a:latin typeface="Microsoft JhengHei" panose="020B0604030504040204" pitchFamily="34" charset="-120"/>
              </a:rPr>
              <a:t>NT$270,000</a:t>
            </a:r>
            <a:endParaRPr lang="zh-TW" altLang="en-US" sz="1450">
              <a:solidFill>
                <a:srgbClr val="25323C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8B186CD-953E-8D85-EDA8-A13F8D8F86FF}"/>
              </a:ext>
            </a:extLst>
          </p:cNvPr>
          <p:cNvSpPr txBox="1"/>
          <p:nvPr/>
        </p:nvSpPr>
        <p:spPr>
          <a:xfrm>
            <a:off x="768096" y="3675888"/>
            <a:ext cx="10607040" cy="228781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r>
              <a:rPr lang="zh-TW" altLang="en-US" sz="1320">
                <a:solidFill>
                  <a:srgbClr val="25323C"/>
                </a:solidFill>
                <a:latin typeface="Microsoft JhengHei" panose="020B0604030504040204" pitchFamily="34" charset="-120"/>
              </a:rPr>
              <a:t>規劃情境（非實測）：人力單價 </a:t>
            </a:r>
            <a:r>
              <a:rPr lang="en-US" altLang="zh-TW" sz="1320">
                <a:solidFill>
                  <a:srgbClr val="25323C"/>
                </a:solidFill>
                <a:latin typeface="Microsoft JhengHei" panose="020B0604030504040204" pitchFamily="34" charset="-120"/>
              </a:rPr>
              <a:t>NT$900</a:t>
            </a:r>
            <a:r>
              <a:rPr lang="zh-TW" altLang="en-US" sz="1320">
                <a:solidFill>
                  <a:srgbClr val="25323C"/>
                </a:solidFill>
                <a:latin typeface="Microsoft JhengHei" panose="020B0604030504040204" pitchFamily="34" charset="-120"/>
              </a:rPr>
              <a:t>／小時；年工時價值＝年案件量 </a:t>
            </a:r>
            <a:r>
              <a:rPr lang="en-US" altLang="zh-TW" sz="1320">
                <a:solidFill>
                  <a:srgbClr val="25323C"/>
                </a:solidFill>
                <a:latin typeface="Microsoft JhengHei" panose="020B0604030504040204" pitchFamily="34" charset="-120"/>
              </a:rPr>
              <a:t>× </a:t>
            </a:r>
            <a:r>
              <a:rPr lang="zh-TW" altLang="en-US" sz="1320">
                <a:solidFill>
                  <a:srgbClr val="25323C"/>
                </a:solidFill>
                <a:latin typeface="Microsoft JhengHei" panose="020B0604030504040204" pitchFamily="34" charset="-120"/>
              </a:rPr>
              <a:t>每案節省分鐘 </a:t>
            </a:r>
            <a:r>
              <a:rPr lang="en-US" altLang="zh-TW" sz="1320">
                <a:solidFill>
                  <a:srgbClr val="25323C"/>
                </a:solidFill>
                <a:latin typeface="Microsoft JhengHei" panose="020B0604030504040204" pitchFamily="34" charset="-120"/>
              </a:rPr>
              <a:t>÷ 60 × </a:t>
            </a:r>
            <a:r>
              <a:rPr lang="zh-TW" altLang="en-US" sz="1320">
                <a:solidFill>
                  <a:srgbClr val="25323C"/>
                </a:solidFill>
                <a:latin typeface="Microsoft JhengHei" panose="020B0604030504040204" pitchFamily="34" charset="-120"/>
              </a:rPr>
              <a:t>人力單價。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6632A65C-5C29-C98F-5DD3-77B929936F0F}"/>
              </a:ext>
            </a:extLst>
          </p:cNvPr>
          <p:cNvSpPr txBox="1"/>
          <p:nvPr/>
        </p:nvSpPr>
        <p:spPr>
          <a:xfrm>
            <a:off x="768096" y="4114800"/>
            <a:ext cx="10607040" cy="425758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r>
              <a:rPr lang="zh-TW" altLang="en-US" sz="1300">
                <a:solidFill>
                  <a:srgbClr val="25323C"/>
                </a:solidFill>
                <a:latin typeface="Microsoft JhengHei" panose="020B0604030504040204" pitchFamily="34" charset="-120"/>
              </a:rPr>
              <a:t>成本含增量授權、建置導入、維護與治理審查，金額待盤點。淨效益＝工時價值 − 年化總成本；損益兩平案件量＝年化總成本 </a:t>
            </a:r>
            <a:r>
              <a:rPr lang="en-US" altLang="zh-TW" sz="1300">
                <a:solidFill>
                  <a:srgbClr val="25323C"/>
                </a:solidFill>
                <a:latin typeface="Microsoft JhengHei" panose="020B0604030504040204" pitchFamily="34" charset="-120"/>
              </a:rPr>
              <a:t>÷</a:t>
            </a:r>
            <a:r>
              <a:rPr lang="zh-TW" altLang="en-US" sz="1300">
                <a:solidFill>
                  <a:srgbClr val="25323C"/>
                </a:solidFill>
                <a:latin typeface="Microsoft JhengHei" panose="020B0604030504040204" pitchFamily="34" charset="-120"/>
              </a:rPr>
              <a:t>（人力單價 </a:t>
            </a:r>
            <a:r>
              <a:rPr lang="en-US" altLang="zh-TW" sz="1300">
                <a:solidFill>
                  <a:srgbClr val="25323C"/>
                </a:solidFill>
                <a:latin typeface="Microsoft JhengHei" panose="020B0604030504040204" pitchFamily="34" charset="-120"/>
              </a:rPr>
              <a:t>× </a:t>
            </a:r>
            <a:r>
              <a:rPr lang="zh-TW" altLang="en-US" sz="1300">
                <a:solidFill>
                  <a:srgbClr val="25323C"/>
                </a:solidFill>
                <a:latin typeface="Microsoft JhengHei" panose="020B0604030504040204" pitchFamily="34" charset="-120"/>
              </a:rPr>
              <a:t>每案節省分鐘 </a:t>
            </a:r>
            <a:r>
              <a:rPr lang="en-US" altLang="zh-TW" sz="1300">
                <a:solidFill>
                  <a:srgbClr val="25323C"/>
                </a:solidFill>
                <a:latin typeface="Microsoft JhengHei" panose="020B0604030504040204" pitchFamily="34" charset="-120"/>
              </a:rPr>
              <a:t>÷ 60</a:t>
            </a:r>
            <a:r>
              <a:rPr lang="zh-TW" altLang="en-US" sz="1300">
                <a:solidFill>
                  <a:srgbClr val="25323C"/>
                </a:solidFill>
                <a:latin typeface="Microsoft JhengHei" panose="020B0604030504040204" pitchFamily="34" charset="-120"/>
              </a:rPr>
              <a:t>）。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83DCB08F-0CC5-F744-C795-62C6BE1E83DB}"/>
              </a:ext>
            </a:extLst>
          </p:cNvPr>
          <p:cNvSpPr txBox="1"/>
          <p:nvPr/>
        </p:nvSpPr>
        <p:spPr>
          <a:xfrm>
            <a:off x="768096" y="5010912"/>
            <a:ext cx="10607040" cy="205697"/>
          </a:xfrm>
          <a:prstGeom prst="rect">
            <a:avLst/>
          </a:prstGeom>
          <a:noFill/>
        </p:spPr>
        <p:txBody>
          <a:bodyPr vert="horz" lIns="38100" tIns="12700" rIns="38100" bIns="12700" rtlCol="0">
            <a:spAutoFit/>
          </a:bodyPr>
          <a:lstStyle/>
          <a:p>
            <a:r>
              <a:rPr lang="zh-TW" altLang="en-US" sz="1170">
                <a:solidFill>
                  <a:srgbClr val="25323C"/>
                </a:solidFill>
                <a:latin typeface="Microsoft JhengHei" panose="020B0604030504040204" pitchFamily="34" charset="-120"/>
              </a:rPr>
              <a:t>案件量、節省時間與單價須以銀行實測替換。</a:t>
            </a:r>
            <a:r>
              <a:rPr lang="en-US" altLang="zh-TW" sz="1170">
                <a:solidFill>
                  <a:srgbClr val="25323C"/>
                </a:solidFill>
                <a:latin typeface="Microsoft JhengHei" panose="020B0604030504040204" pitchFamily="34" charset="-120"/>
              </a:rPr>
              <a:t>30 </a:t>
            </a:r>
            <a:r>
              <a:rPr lang="zh-TW" altLang="en-US" sz="1170">
                <a:solidFill>
                  <a:srgbClr val="25323C"/>
                </a:solidFill>
                <a:latin typeface="Microsoft JhengHei" panose="020B0604030504040204" pitchFamily="34" charset="-120"/>
              </a:rPr>
              <a:t>項工具檢查通過與 </a:t>
            </a:r>
            <a:r>
              <a:rPr lang="en-US" altLang="zh-TW" sz="1170">
                <a:solidFill>
                  <a:srgbClr val="25323C"/>
                </a:solidFill>
                <a:latin typeface="Microsoft JhengHei" panose="020B0604030504040204" pitchFamily="34" charset="-120"/>
              </a:rPr>
              <a:t>Formatter </a:t>
            </a:r>
            <a:r>
              <a:rPr lang="zh-TW" altLang="en-US" sz="1170">
                <a:solidFill>
                  <a:srgbClr val="25323C"/>
                </a:solidFill>
                <a:latin typeface="Microsoft JhengHei" panose="020B0604030504040204" pitchFamily="34" charset="-120"/>
              </a:rPr>
              <a:t>微基準不代表人工節省；配對試次仍待完成。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FA653E8-9FA6-F090-528E-411566F0F09A}"/>
              </a:ext>
            </a:extLst>
          </p:cNvPr>
          <p:cNvSpPr txBox="1"/>
          <p:nvPr/>
        </p:nvSpPr>
        <p:spPr>
          <a:xfrm>
            <a:off x="548640" y="265176"/>
            <a:ext cx="27432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TW" sz="1125" b="1">
                <a:solidFill>
                  <a:srgbClr val="202A33"/>
                </a:solidFill>
                <a:latin typeface="Microsoft JhengHei" panose="020B0604030504040204" pitchFamily="34" charset="-120"/>
              </a:rPr>
              <a:t>SQL SPA TOOLS</a:t>
            </a:r>
            <a:endParaRPr lang="zh-TW" altLang="en-US" sz="1125" b="1">
              <a:solidFill>
                <a:srgbClr val="202A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AC94B1-1B65-C68B-400B-78F6E3075FAE}"/>
              </a:ext>
            </a:extLst>
          </p:cNvPr>
          <p:cNvSpPr/>
          <p:nvPr/>
        </p:nvSpPr>
        <p:spPr>
          <a:xfrm>
            <a:off x="548640" y="1325880"/>
            <a:ext cx="11100816" cy="28346"/>
          </a:xfrm>
          <a:prstGeom prst="rect">
            <a:avLst/>
          </a:prstGeom>
          <a:solidFill>
            <a:srgbClr val="70B7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D4D8EE-C0AD-506A-501B-9CA084134AA8}"/>
              </a:ext>
            </a:extLst>
          </p:cNvPr>
          <p:cNvSpPr/>
          <p:nvPr/>
        </p:nvSpPr>
        <p:spPr>
          <a:xfrm>
            <a:off x="685800" y="4837176"/>
            <a:ext cx="10561320" cy="9144"/>
          </a:xfrm>
          <a:prstGeom prst="rect">
            <a:avLst/>
          </a:prstGeom>
          <a:solidFill>
            <a:srgbClr val="D8E0E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970F139-5475-376B-60A1-4FCFF8EFB9F5}"/>
              </a:ext>
            </a:extLst>
          </p:cNvPr>
          <p:cNvSpPr txBox="1"/>
          <p:nvPr/>
        </p:nvSpPr>
        <p:spPr>
          <a:xfrm>
            <a:off x="658368" y="6473952"/>
            <a:ext cx="7315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900">
                <a:solidFill>
                  <a:srgbClr val="202A33"/>
                </a:solidFill>
                <a:latin typeface="Microsoft JhengHei" panose="020B0604030504040204" pitchFamily="34" charset="-120"/>
              </a:rPr>
              <a:t>鎖頭銀行 </a:t>
            </a:r>
            <a:r>
              <a:rPr lang="en-US" altLang="zh-TW" sz="900">
                <a:solidFill>
                  <a:srgbClr val="202A33"/>
                </a:solidFill>
                <a:latin typeface="Microsoft JhengHei" panose="020B0604030504040204" pitchFamily="34" charset="-120"/>
              </a:rPr>
              <a:t>M365 COPILOT </a:t>
            </a:r>
            <a:r>
              <a:rPr lang="zh-TW" altLang="en-US" sz="900">
                <a:solidFill>
                  <a:srgbClr val="202A33"/>
                </a:solidFill>
                <a:latin typeface="Microsoft JhengHei" panose="020B0604030504040204" pitchFamily="34" charset="-120"/>
              </a:rPr>
              <a:t>黑客松  </a:t>
            </a:r>
            <a:r>
              <a:rPr lang="en-US" altLang="zh-TW" sz="900">
                <a:solidFill>
                  <a:srgbClr val="202A33"/>
                </a:solidFill>
                <a:latin typeface="Microsoft JhengHei" panose="020B0604030504040204" pitchFamily="34" charset="-120"/>
              </a:rPr>
              <a:t>•  2026.10  |  08</a:t>
            </a:r>
            <a:endParaRPr lang="zh-TW" altLang="en-US" sz="900">
              <a:solidFill>
                <a:srgbClr val="202A33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4789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5D38E165-033C-41B7-8AF8-7CF82DBA2C6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202A33"/>
                </a:solidFill>
              </a:defRPr>
            </a:defPPr>
            <a:lvl1pPr>
              <a:defRPr sz="1125" b="1">
                <a:solidFill>
                  <a:srgbClr val="202A33"/>
                </a:solidFill>
              </a:defRPr>
            </a:lvl1pPr>
            <a:lvl2pPr>
              <a:defRPr sz="1125" b="1">
                <a:solidFill>
                  <a:srgbClr val="202A33"/>
                </a:solidFill>
              </a:defRPr>
            </a:lvl2pPr>
            <a:lvl3pPr>
              <a:defRPr sz="1125" b="1">
                <a:solidFill>
                  <a:srgbClr val="202A33"/>
                </a:solidFill>
              </a:defRPr>
            </a:lvl3pPr>
            <a:lvl4pPr>
              <a:defRPr sz="1125" b="1">
                <a:solidFill>
                  <a:srgbClr val="202A33"/>
                </a:solidFill>
              </a:defRPr>
            </a:lvl4pPr>
            <a:lvl5pPr>
              <a:defRPr sz="1125" b="1">
                <a:solidFill>
                  <a:srgbClr val="202A33"/>
                </a:solidFill>
              </a:defRPr>
            </a:lvl5pPr>
            <a:lvl6pPr>
              <a:defRPr sz="1125" b="1">
                <a:solidFill>
                  <a:srgbClr val="202A33"/>
                </a:solidFill>
              </a:defRPr>
            </a:lvl6pPr>
            <a:lvl7pPr>
              <a:defRPr sz="1125" b="1">
                <a:solidFill>
                  <a:srgbClr val="202A33"/>
                </a:solidFill>
              </a:defRPr>
            </a:lvl7pPr>
            <a:lvl8pPr>
              <a:defRPr sz="1125" b="1">
                <a:solidFill>
                  <a:srgbClr val="202A33"/>
                </a:solidFill>
              </a:defRPr>
            </a:lvl8pPr>
            <a:lvl9pPr>
              <a:defRPr sz="1125" b="1">
                <a:solidFill>
                  <a:srgbClr val="202A33"/>
                </a:solidFill>
              </a:defRPr>
            </a:lvl9pPr>
          </a:lstStyle>
          <a:p>
            <a:pPr>
              <a:defRPr sz="1125" b="1">
                <a:solidFill>
                  <a:srgbClr val="202A33"/>
                </a:solidFill>
              </a:defRPr>
            </a:pPr>
            <a:r>
              <a:rPr sz="1125" b="1">
                <a:solidFill>
                  <a:srgbClr val="202A33"/>
                </a:solidFill>
              </a:rPr>
              <a:t>SQL SPA TOOLS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5F1D23-1F6D-4ECF-A0B3-5EAFBA30A2EA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87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02A33"/>
                </a:solidFill>
              </a:defRPr>
            </a:defPPr>
            <a:lvl1pPr>
              <a:defRPr sz="2850" b="1">
                <a:solidFill>
                  <a:srgbClr val="202A33"/>
                </a:solidFill>
              </a:defRPr>
            </a:lvl1pPr>
            <a:lvl2pPr>
              <a:defRPr sz="2850" b="1">
                <a:solidFill>
                  <a:srgbClr val="202A33"/>
                </a:solidFill>
              </a:defRPr>
            </a:lvl2pPr>
            <a:lvl3pPr>
              <a:defRPr sz="2850" b="1">
                <a:solidFill>
                  <a:srgbClr val="202A33"/>
                </a:solidFill>
              </a:defRPr>
            </a:lvl3pPr>
            <a:lvl4pPr>
              <a:defRPr sz="2850" b="1">
                <a:solidFill>
                  <a:srgbClr val="202A33"/>
                </a:solidFill>
              </a:defRPr>
            </a:lvl4pPr>
            <a:lvl5pPr>
              <a:defRPr sz="2850" b="1">
                <a:solidFill>
                  <a:srgbClr val="202A33"/>
                </a:solidFill>
              </a:defRPr>
            </a:lvl5pPr>
            <a:lvl6pPr>
              <a:defRPr sz="2850" b="1">
                <a:solidFill>
                  <a:srgbClr val="202A33"/>
                </a:solidFill>
              </a:defRPr>
            </a:lvl6pPr>
            <a:lvl7pPr>
              <a:defRPr sz="2850" b="1">
                <a:solidFill>
                  <a:srgbClr val="202A33"/>
                </a:solidFill>
              </a:defRPr>
            </a:lvl7pPr>
            <a:lvl8pPr>
              <a:defRPr sz="2850" b="1">
                <a:solidFill>
                  <a:srgbClr val="202A33"/>
                </a:solidFill>
              </a:defRPr>
            </a:lvl8pPr>
            <a:lvl9pPr>
              <a:defRPr sz="2850" b="1">
                <a:solidFill>
                  <a:srgbClr val="202A33"/>
                </a:solidFill>
              </a:defRPr>
            </a:lvl9pPr>
          </a:lstStyle>
          <a:p>
            <a:pPr>
              <a:defRPr sz="2850" b="1">
                <a:solidFill>
                  <a:srgbClr val="202A33"/>
                </a:solidFill>
              </a:defRPr>
            </a:pPr>
            <a:r>
              <a:rPr sz="2850" b="1">
                <a:solidFill>
                  <a:srgbClr val="202A33"/>
                </a:solidFill>
              </a:rPr>
              <a:t>參賽期間分四階段完成驗證與展示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FA4470-0E24-47A8-8DDE-2DACC4F26F61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28575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EDAB64-17FB-4897-AD90-7570D0D4052C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1087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9656E"/>
                </a:solidFill>
              </a:defRPr>
            </a:defPPr>
            <a:lvl1pPr>
              <a:defRPr sz="900" b="0">
                <a:solidFill>
                  <a:srgbClr val="59656E"/>
                </a:solidFill>
              </a:defRPr>
            </a:lvl1pPr>
            <a:lvl2pPr>
              <a:defRPr sz="900" b="0">
                <a:solidFill>
                  <a:srgbClr val="59656E"/>
                </a:solidFill>
              </a:defRPr>
            </a:lvl2pPr>
            <a:lvl3pPr>
              <a:defRPr sz="900" b="0">
                <a:solidFill>
                  <a:srgbClr val="59656E"/>
                </a:solidFill>
              </a:defRPr>
            </a:lvl3pPr>
            <a:lvl4pPr>
              <a:defRPr sz="900" b="0">
                <a:solidFill>
                  <a:srgbClr val="59656E"/>
                </a:solidFill>
              </a:defRPr>
            </a:lvl4pPr>
            <a:lvl5pPr>
              <a:defRPr sz="900" b="0">
                <a:solidFill>
                  <a:srgbClr val="59656E"/>
                </a:solidFill>
              </a:defRPr>
            </a:lvl5pPr>
            <a:lvl6pPr>
              <a:defRPr sz="900" b="0">
                <a:solidFill>
                  <a:srgbClr val="59656E"/>
                </a:solidFill>
              </a:defRPr>
            </a:lvl6pPr>
            <a:lvl7pPr>
              <a:defRPr sz="900" b="0">
                <a:solidFill>
                  <a:srgbClr val="59656E"/>
                </a:solidFill>
              </a:defRPr>
            </a:lvl7pPr>
            <a:lvl8pPr>
              <a:defRPr sz="900" b="0">
                <a:solidFill>
                  <a:srgbClr val="59656E"/>
                </a:solidFill>
              </a:defRPr>
            </a:lvl8pPr>
            <a:lvl9pPr>
              <a:defRPr sz="900" b="0">
                <a:solidFill>
                  <a:srgbClr val="59656E"/>
                </a:solidFill>
              </a:defRPr>
            </a:lvl9pPr>
          </a:lstStyle>
          <a:p>
            <a:pPr>
              <a:defRPr sz="900" b="0">
                <a:solidFill>
                  <a:srgbClr val="59656E"/>
                </a:solidFill>
              </a:defRPr>
            </a:pPr>
            <a:r>
              <a:rPr sz="900" b="0">
                <a:solidFill>
                  <a:srgbClr val="59656E"/>
                </a:solidFill>
              </a:rPr>
              <a:t>鎖頭銀行 M365 COPILOT 黑客松  •  2026.10  |  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53EA0B-590E-4468-AA6D-F76D24164D58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365A69"/>
                </a:solidFill>
              </a:defRPr>
            </a:defPPr>
            <a:lvl1pPr>
              <a:defRPr sz="1200" b="1">
                <a:solidFill>
                  <a:srgbClr val="365A69"/>
                </a:solidFill>
              </a:defRPr>
            </a:lvl1pPr>
            <a:lvl2pPr>
              <a:defRPr sz="1200" b="1">
                <a:solidFill>
                  <a:srgbClr val="365A69"/>
                </a:solidFill>
              </a:defRPr>
            </a:lvl2pPr>
            <a:lvl3pPr>
              <a:defRPr sz="1200" b="1">
                <a:solidFill>
                  <a:srgbClr val="365A69"/>
                </a:solidFill>
              </a:defRPr>
            </a:lvl3pPr>
            <a:lvl4pPr>
              <a:defRPr sz="1200" b="1">
                <a:solidFill>
                  <a:srgbClr val="365A69"/>
                </a:solidFill>
              </a:defRPr>
            </a:lvl4pPr>
            <a:lvl5pPr>
              <a:defRPr sz="1200" b="1">
                <a:solidFill>
                  <a:srgbClr val="365A69"/>
                </a:solidFill>
              </a:defRPr>
            </a:lvl5pPr>
            <a:lvl6pPr>
              <a:defRPr sz="1200" b="1">
                <a:solidFill>
                  <a:srgbClr val="365A69"/>
                </a:solidFill>
              </a:defRPr>
            </a:lvl6pPr>
            <a:lvl7pPr>
              <a:defRPr sz="1200" b="1">
                <a:solidFill>
                  <a:srgbClr val="365A69"/>
                </a:solidFill>
              </a:defRPr>
            </a:lvl7pPr>
            <a:lvl8pPr>
              <a:defRPr sz="1200" b="1">
                <a:solidFill>
                  <a:srgbClr val="365A69"/>
                </a:solidFill>
              </a:defRPr>
            </a:lvl8pPr>
            <a:lvl9pPr>
              <a:defRPr sz="1200" b="1">
                <a:solidFill>
                  <a:srgbClr val="365A69"/>
                </a:solidFill>
              </a:defRPr>
            </a:lvl9pPr>
          </a:lstStyle>
          <a:p>
            <a:pPr>
              <a:defRPr sz="1200" b="1">
                <a:solidFill>
                  <a:srgbClr val="365A69"/>
                </a:solidFill>
              </a:defRPr>
            </a:pPr>
            <a:r>
              <a:rPr sz="1200" b="1">
                <a:solidFill>
                  <a:srgbClr val="365A69"/>
                </a:solidFill>
              </a:rPr>
              <a:t>10/22—11/05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A88824-608C-4DDE-99D3-8B11DA32E6BA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2190750" cy="28575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49C9BD-1F35-4D9F-B6D4-FEFF8616ECB7}"/>
              </a:ext>
            </a:extLst>
          </p:cNvPr>
          <p:cNvSpPr>
            <a:spLocks noGrp="1"/>
          </p:cNvSpPr>
          <p:nvPr/>
        </p:nvSpPr>
        <p:spPr>
          <a:xfrm>
            <a:off x="723900" y="2952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凍結 MVP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FD9151-324E-49EA-AC54-BF6666942DA9}"/>
              </a:ext>
            </a:extLst>
          </p:cNvPr>
          <p:cNvSpPr>
            <a:spLocks noGrp="1"/>
          </p:cNvSpPr>
          <p:nvPr/>
        </p:nvSpPr>
        <p:spPr>
          <a:xfrm>
            <a:off x="723900" y="34480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25323C"/>
                </a:solidFill>
              </a:defRPr>
            </a:defPPr>
            <a:lvl1pPr>
              <a:defRPr sz="1350" b="0">
                <a:solidFill>
                  <a:srgbClr val="25323C"/>
                </a:solidFill>
              </a:defRPr>
            </a:lvl1pPr>
            <a:lvl2pPr>
              <a:defRPr sz="1350" b="0">
                <a:solidFill>
                  <a:srgbClr val="25323C"/>
                </a:solidFill>
              </a:defRPr>
            </a:lvl2pPr>
            <a:lvl3pPr>
              <a:defRPr sz="1350" b="0">
                <a:solidFill>
                  <a:srgbClr val="25323C"/>
                </a:solidFill>
              </a:defRPr>
            </a:lvl3pPr>
            <a:lvl4pPr>
              <a:defRPr sz="1350" b="0">
                <a:solidFill>
                  <a:srgbClr val="25323C"/>
                </a:solidFill>
              </a:defRPr>
            </a:lvl4pPr>
            <a:lvl5pPr>
              <a:defRPr sz="1350" b="0">
                <a:solidFill>
                  <a:srgbClr val="25323C"/>
                </a:solidFill>
              </a:defRPr>
            </a:lvl5pPr>
            <a:lvl6pPr>
              <a:defRPr sz="1350" b="0">
                <a:solidFill>
                  <a:srgbClr val="25323C"/>
                </a:solidFill>
              </a:defRPr>
            </a:lvl6pPr>
            <a:lvl7pPr>
              <a:defRPr sz="1350" b="0">
                <a:solidFill>
                  <a:srgbClr val="25323C"/>
                </a:solidFill>
              </a:defRPr>
            </a:lvl7pPr>
            <a:lvl8pPr>
              <a:defRPr sz="1350" b="0">
                <a:solidFill>
                  <a:srgbClr val="25323C"/>
                </a:solidFill>
              </a:defRPr>
            </a:lvl8pPr>
            <a:lvl9pPr>
              <a:defRPr sz="1350" b="0">
                <a:solidFill>
                  <a:srgbClr val="25323C"/>
                </a:solidFill>
              </a:defRPr>
            </a:lvl9pPr>
          </a:lstStyle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案例、預期答案</a:t>
            </a:r>
          </a:p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與提示版本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7066B2-D5FB-4A8A-B1B8-898E694A7137}"/>
              </a:ext>
            </a:extLst>
          </p:cNvPr>
          <p:cNvSpPr>
            <a:spLocks noGrp="1"/>
          </p:cNvSpPr>
          <p:nvPr/>
        </p:nvSpPr>
        <p:spPr>
          <a:xfrm>
            <a:off x="2990850" y="264795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409500-D656-4289-B6E9-30D8A8EFF61B}"/>
              </a:ext>
            </a:extLst>
          </p:cNvPr>
          <p:cNvSpPr>
            <a:spLocks noGrp="1"/>
          </p:cNvSpPr>
          <p:nvPr/>
        </p:nvSpPr>
        <p:spPr>
          <a:xfrm>
            <a:off x="3543300" y="22669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365A69"/>
                </a:solidFill>
              </a:defRPr>
            </a:defPPr>
            <a:lvl1pPr>
              <a:defRPr sz="1200" b="1">
                <a:solidFill>
                  <a:srgbClr val="365A69"/>
                </a:solidFill>
              </a:defRPr>
            </a:lvl1pPr>
            <a:lvl2pPr>
              <a:defRPr sz="1200" b="1">
                <a:solidFill>
                  <a:srgbClr val="365A69"/>
                </a:solidFill>
              </a:defRPr>
            </a:lvl2pPr>
            <a:lvl3pPr>
              <a:defRPr sz="1200" b="1">
                <a:solidFill>
                  <a:srgbClr val="365A69"/>
                </a:solidFill>
              </a:defRPr>
            </a:lvl3pPr>
            <a:lvl4pPr>
              <a:defRPr sz="1200" b="1">
                <a:solidFill>
                  <a:srgbClr val="365A69"/>
                </a:solidFill>
              </a:defRPr>
            </a:lvl4pPr>
            <a:lvl5pPr>
              <a:defRPr sz="1200" b="1">
                <a:solidFill>
                  <a:srgbClr val="365A69"/>
                </a:solidFill>
              </a:defRPr>
            </a:lvl5pPr>
            <a:lvl6pPr>
              <a:defRPr sz="1200" b="1">
                <a:solidFill>
                  <a:srgbClr val="365A69"/>
                </a:solidFill>
              </a:defRPr>
            </a:lvl6pPr>
            <a:lvl7pPr>
              <a:defRPr sz="1200" b="1">
                <a:solidFill>
                  <a:srgbClr val="365A69"/>
                </a:solidFill>
              </a:defRPr>
            </a:lvl7pPr>
            <a:lvl8pPr>
              <a:defRPr sz="1200" b="1">
                <a:solidFill>
                  <a:srgbClr val="365A69"/>
                </a:solidFill>
              </a:defRPr>
            </a:lvl8pPr>
            <a:lvl9pPr>
              <a:defRPr sz="1200" b="1">
                <a:solidFill>
                  <a:srgbClr val="365A69"/>
                </a:solidFill>
              </a:defRPr>
            </a:lvl9pPr>
          </a:lstStyle>
          <a:p>
            <a:pPr>
              <a:defRPr sz="1200" b="1">
                <a:solidFill>
                  <a:srgbClr val="365A69"/>
                </a:solidFill>
              </a:defRPr>
            </a:pPr>
            <a:r>
              <a:rPr sz="1200" b="1">
                <a:solidFill>
                  <a:srgbClr val="365A69"/>
                </a:solidFill>
              </a:rPr>
              <a:t>11/06—11/30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5337C9-D2FF-4919-9895-2E53D4DAFD59}"/>
              </a:ext>
            </a:extLst>
          </p:cNvPr>
          <p:cNvSpPr>
            <a:spLocks noGrp="1"/>
          </p:cNvSpPr>
          <p:nvPr/>
        </p:nvSpPr>
        <p:spPr>
          <a:xfrm>
            <a:off x="3543300" y="2667000"/>
            <a:ext cx="2190750" cy="28575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354F2C-5FC4-4FE5-A88C-3C7BD71C6AEF}"/>
              </a:ext>
            </a:extLst>
          </p:cNvPr>
          <p:cNvSpPr>
            <a:spLocks noGrp="1"/>
          </p:cNvSpPr>
          <p:nvPr/>
        </p:nvSpPr>
        <p:spPr>
          <a:xfrm>
            <a:off x="3543300" y="2952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配對量測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15DD08-9027-4E76-9A9F-1EA0DE302307}"/>
              </a:ext>
            </a:extLst>
          </p:cNvPr>
          <p:cNvSpPr>
            <a:spLocks noGrp="1"/>
          </p:cNvSpPr>
          <p:nvPr/>
        </p:nvSpPr>
        <p:spPr>
          <a:xfrm>
            <a:off x="3543300" y="34480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25323C"/>
                </a:solidFill>
              </a:defRPr>
            </a:defPPr>
            <a:lvl1pPr>
              <a:defRPr sz="1350" b="0">
                <a:solidFill>
                  <a:srgbClr val="25323C"/>
                </a:solidFill>
              </a:defRPr>
            </a:lvl1pPr>
            <a:lvl2pPr>
              <a:defRPr sz="1350" b="0">
                <a:solidFill>
                  <a:srgbClr val="25323C"/>
                </a:solidFill>
              </a:defRPr>
            </a:lvl2pPr>
            <a:lvl3pPr>
              <a:defRPr sz="1350" b="0">
                <a:solidFill>
                  <a:srgbClr val="25323C"/>
                </a:solidFill>
              </a:defRPr>
            </a:lvl3pPr>
            <a:lvl4pPr>
              <a:defRPr sz="1350" b="0">
                <a:solidFill>
                  <a:srgbClr val="25323C"/>
                </a:solidFill>
              </a:defRPr>
            </a:lvl4pPr>
            <a:lvl5pPr>
              <a:defRPr sz="1350" b="0">
                <a:solidFill>
                  <a:srgbClr val="25323C"/>
                </a:solidFill>
              </a:defRPr>
            </a:lvl5pPr>
            <a:lvl6pPr>
              <a:defRPr sz="1350" b="0">
                <a:solidFill>
                  <a:srgbClr val="25323C"/>
                </a:solidFill>
              </a:defRPr>
            </a:lvl6pPr>
            <a:lvl7pPr>
              <a:defRPr sz="1350" b="0">
                <a:solidFill>
                  <a:srgbClr val="25323C"/>
                </a:solidFill>
              </a:defRPr>
            </a:lvl7pPr>
            <a:lvl8pPr>
              <a:defRPr sz="1350" b="0">
                <a:solidFill>
                  <a:srgbClr val="25323C"/>
                </a:solidFill>
              </a:defRPr>
            </a:lvl8pPr>
            <a:lvl9pPr>
              <a:defRPr sz="1350" b="0">
                <a:solidFill>
                  <a:srgbClr val="25323C"/>
                </a:solidFill>
              </a:defRPr>
            </a:lvl9pPr>
          </a:lstStyle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至少三組計時</a:t>
            </a:r>
          </a:p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演練警告案例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DADA4EB-3A68-4A96-B0BC-6B775DF29261}"/>
              </a:ext>
            </a:extLst>
          </p:cNvPr>
          <p:cNvSpPr>
            <a:spLocks noGrp="1"/>
          </p:cNvSpPr>
          <p:nvPr/>
        </p:nvSpPr>
        <p:spPr>
          <a:xfrm>
            <a:off x="5810250" y="264795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B3C6A8-A8C7-4601-A9BB-0B2DD63D2359}"/>
              </a:ext>
            </a:extLst>
          </p:cNvPr>
          <p:cNvSpPr>
            <a:spLocks noGrp="1"/>
          </p:cNvSpPr>
          <p:nvPr/>
        </p:nvSpPr>
        <p:spPr>
          <a:xfrm>
            <a:off x="6362700" y="22669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365A69"/>
                </a:solidFill>
              </a:defRPr>
            </a:defPPr>
            <a:lvl1pPr>
              <a:defRPr sz="1200" b="1">
                <a:solidFill>
                  <a:srgbClr val="365A69"/>
                </a:solidFill>
              </a:defRPr>
            </a:lvl1pPr>
            <a:lvl2pPr>
              <a:defRPr sz="1200" b="1">
                <a:solidFill>
                  <a:srgbClr val="365A69"/>
                </a:solidFill>
              </a:defRPr>
            </a:lvl2pPr>
            <a:lvl3pPr>
              <a:defRPr sz="1200" b="1">
                <a:solidFill>
                  <a:srgbClr val="365A69"/>
                </a:solidFill>
              </a:defRPr>
            </a:lvl3pPr>
            <a:lvl4pPr>
              <a:defRPr sz="1200" b="1">
                <a:solidFill>
                  <a:srgbClr val="365A69"/>
                </a:solidFill>
              </a:defRPr>
            </a:lvl4pPr>
            <a:lvl5pPr>
              <a:defRPr sz="1200" b="1">
                <a:solidFill>
                  <a:srgbClr val="365A69"/>
                </a:solidFill>
              </a:defRPr>
            </a:lvl5pPr>
            <a:lvl6pPr>
              <a:defRPr sz="1200" b="1">
                <a:solidFill>
                  <a:srgbClr val="365A69"/>
                </a:solidFill>
              </a:defRPr>
            </a:lvl6pPr>
            <a:lvl7pPr>
              <a:defRPr sz="1200" b="1">
                <a:solidFill>
                  <a:srgbClr val="365A69"/>
                </a:solidFill>
              </a:defRPr>
            </a:lvl7pPr>
            <a:lvl8pPr>
              <a:defRPr sz="1200" b="1">
                <a:solidFill>
                  <a:srgbClr val="365A69"/>
                </a:solidFill>
              </a:defRPr>
            </a:lvl8pPr>
            <a:lvl9pPr>
              <a:defRPr sz="1200" b="1">
                <a:solidFill>
                  <a:srgbClr val="365A69"/>
                </a:solidFill>
              </a:defRPr>
            </a:lvl9pPr>
          </a:lstStyle>
          <a:p>
            <a:pPr>
              <a:defRPr sz="1200" b="1">
                <a:solidFill>
                  <a:srgbClr val="365A69"/>
                </a:solidFill>
              </a:defRPr>
            </a:pPr>
            <a:r>
              <a:rPr sz="1200" b="1">
                <a:solidFill>
                  <a:srgbClr val="365A69"/>
                </a:solidFill>
              </a:rPr>
              <a:t>12/01—12/14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FC6703-320C-4A2B-98A1-1E4DD376D3F8}"/>
              </a:ext>
            </a:extLst>
          </p:cNvPr>
          <p:cNvSpPr>
            <a:spLocks noGrp="1"/>
          </p:cNvSpPr>
          <p:nvPr/>
        </p:nvSpPr>
        <p:spPr>
          <a:xfrm>
            <a:off x="6362700" y="2667000"/>
            <a:ext cx="2190750" cy="28575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2CFA24-726A-44A8-99BE-9763989AABD2}"/>
              </a:ext>
            </a:extLst>
          </p:cNvPr>
          <p:cNvSpPr>
            <a:spLocks noGrp="1"/>
          </p:cNvSpPr>
          <p:nvPr/>
        </p:nvSpPr>
        <p:spPr>
          <a:xfrm>
            <a:off x="6362700" y="2952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補強證據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73BB82E-C629-41A3-82AC-A12926B4A0B3}"/>
              </a:ext>
            </a:extLst>
          </p:cNvPr>
          <p:cNvSpPr>
            <a:spLocks noGrp="1"/>
          </p:cNvSpPr>
          <p:nvPr/>
        </p:nvSpPr>
        <p:spPr>
          <a:xfrm>
            <a:off x="6362700" y="34480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25323C"/>
                </a:solidFill>
              </a:defRPr>
            </a:defPPr>
            <a:lvl1pPr>
              <a:defRPr sz="1350" b="0">
                <a:solidFill>
                  <a:srgbClr val="25323C"/>
                </a:solidFill>
              </a:defRPr>
            </a:lvl1pPr>
            <a:lvl2pPr>
              <a:defRPr sz="1350" b="0">
                <a:solidFill>
                  <a:srgbClr val="25323C"/>
                </a:solidFill>
              </a:defRPr>
            </a:lvl2pPr>
            <a:lvl3pPr>
              <a:defRPr sz="1350" b="0">
                <a:solidFill>
                  <a:srgbClr val="25323C"/>
                </a:solidFill>
              </a:defRPr>
            </a:lvl3pPr>
            <a:lvl4pPr>
              <a:defRPr sz="1350" b="0">
                <a:solidFill>
                  <a:srgbClr val="25323C"/>
                </a:solidFill>
              </a:defRPr>
            </a:lvl4pPr>
            <a:lvl5pPr>
              <a:defRPr sz="1350" b="0">
                <a:solidFill>
                  <a:srgbClr val="25323C"/>
                </a:solidFill>
              </a:defRPr>
            </a:lvl5pPr>
            <a:lvl6pPr>
              <a:defRPr sz="1350" b="0">
                <a:solidFill>
                  <a:srgbClr val="25323C"/>
                </a:solidFill>
              </a:defRPr>
            </a:lvl6pPr>
            <a:lvl7pPr>
              <a:defRPr sz="1350" b="0">
                <a:solidFill>
                  <a:srgbClr val="25323C"/>
                </a:solidFill>
              </a:defRPr>
            </a:lvl7pPr>
            <a:lvl8pPr>
              <a:defRPr sz="1350" b="0">
                <a:solidFill>
                  <a:srgbClr val="25323C"/>
                </a:solidFill>
              </a:defRPr>
            </a:lvl8pPr>
            <a:lvl9pPr>
              <a:defRPr sz="1350" b="0">
                <a:solidFill>
                  <a:srgbClr val="25323C"/>
                </a:solidFill>
              </a:defRPr>
            </a:lvl9pPr>
          </a:lstStyle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核對影響清單</a:t>
            </a:r>
          </a:p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評分 Copilot 回覆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6949CF2-8B13-4B46-A365-C70D0C36A989}"/>
              </a:ext>
            </a:extLst>
          </p:cNvPr>
          <p:cNvSpPr>
            <a:spLocks noGrp="1"/>
          </p:cNvSpPr>
          <p:nvPr/>
        </p:nvSpPr>
        <p:spPr>
          <a:xfrm>
            <a:off x="8629650" y="264795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365A69"/>
                </a:solidFill>
              </a:defRPr>
            </a:defPPr>
            <a:lvl1pPr>
              <a:defRPr sz="2100" b="1">
                <a:solidFill>
                  <a:srgbClr val="365A69"/>
                </a:solidFill>
              </a:defRPr>
            </a:lvl1pPr>
            <a:lvl2pPr>
              <a:defRPr sz="2100" b="1">
                <a:solidFill>
                  <a:srgbClr val="365A69"/>
                </a:solidFill>
              </a:defRPr>
            </a:lvl2pPr>
            <a:lvl3pPr>
              <a:defRPr sz="2100" b="1">
                <a:solidFill>
                  <a:srgbClr val="365A69"/>
                </a:solidFill>
              </a:defRPr>
            </a:lvl3pPr>
            <a:lvl4pPr>
              <a:defRPr sz="2100" b="1">
                <a:solidFill>
                  <a:srgbClr val="365A69"/>
                </a:solidFill>
              </a:defRPr>
            </a:lvl4pPr>
            <a:lvl5pPr>
              <a:defRPr sz="2100" b="1">
                <a:solidFill>
                  <a:srgbClr val="365A69"/>
                </a:solidFill>
              </a:defRPr>
            </a:lvl5pPr>
            <a:lvl6pPr>
              <a:defRPr sz="2100" b="1">
                <a:solidFill>
                  <a:srgbClr val="365A69"/>
                </a:solidFill>
              </a:defRPr>
            </a:lvl6pPr>
            <a:lvl7pPr>
              <a:defRPr sz="2100" b="1">
                <a:solidFill>
                  <a:srgbClr val="365A69"/>
                </a:solidFill>
              </a:defRPr>
            </a:lvl7pPr>
            <a:lvl8pPr>
              <a:defRPr sz="2100" b="1">
                <a:solidFill>
                  <a:srgbClr val="365A69"/>
                </a:solidFill>
              </a:defRPr>
            </a:lvl8pPr>
            <a:lvl9pPr>
              <a:defRPr sz="2100" b="1">
                <a:solidFill>
                  <a:srgbClr val="365A69"/>
                </a:solidFill>
              </a:defRPr>
            </a:lvl9pPr>
          </a:lstStyle>
          <a:p>
            <a:pPr>
              <a:defRPr sz="2100" b="1">
                <a:solidFill>
                  <a:srgbClr val="365A69"/>
                </a:solidFill>
              </a:defRPr>
            </a:pPr>
            <a:r>
              <a:rPr sz="2100" b="1">
                <a:solidFill>
                  <a:srgbClr val="365A69"/>
                </a:solidFill>
              </a:rPr>
              <a:t>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7FB7D16-9D27-46C1-B764-6F406A525B64}"/>
              </a:ext>
            </a:extLst>
          </p:cNvPr>
          <p:cNvSpPr>
            <a:spLocks noGrp="1"/>
          </p:cNvSpPr>
          <p:nvPr/>
        </p:nvSpPr>
        <p:spPr>
          <a:xfrm>
            <a:off x="9182100" y="22669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365A69"/>
                </a:solidFill>
              </a:defRPr>
            </a:defPPr>
            <a:lvl1pPr>
              <a:defRPr sz="1200" b="1">
                <a:solidFill>
                  <a:srgbClr val="365A69"/>
                </a:solidFill>
              </a:defRPr>
            </a:lvl1pPr>
            <a:lvl2pPr>
              <a:defRPr sz="1200" b="1">
                <a:solidFill>
                  <a:srgbClr val="365A69"/>
                </a:solidFill>
              </a:defRPr>
            </a:lvl2pPr>
            <a:lvl3pPr>
              <a:defRPr sz="1200" b="1">
                <a:solidFill>
                  <a:srgbClr val="365A69"/>
                </a:solidFill>
              </a:defRPr>
            </a:lvl3pPr>
            <a:lvl4pPr>
              <a:defRPr sz="1200" b="1">
                <a:solidFill>
                  <a:srgbClr val="365A69"/>
                </a:solidFill>
              </a:defRPr>
            </a:lvl4pPr>
            <a:lvl5pPr>
              <a:defRPr sz="1200" b="1">
                <a:solidFill>
                  <a:srgbClr val="365A69"/>
                </a:solidFill>
              </a:defRPr>
            </a:lvl5pPr>
            <a:lvl6pPr>
              <a:defRPr sz="1200" b="1">
                <a:solidFill>
                  <a:srgbClr val="365A69"/>
                </a:solidFill>
              </a:defRPr>
            </a:lvl6pPr>
            <a:lvl7pPr>
              <a:defRPr sz="1200" b="1">
                <a:solidFill>
                  <a:srgbClr val="365A69"/>
                </a:solidFill>
              </a:defRPr>
            </a:lvl7pPr>
            <a:lvl8pPr>
              <a:defRPr sz="1200" b="1">
                <a:solidFill>
                  <a:srgbClr val="365A69"/>
                </a:solidFill>
              </a:defRPr>
            </a:lvl8pPr>
            <a:lvl9pPr>
              <a:defRPr sz="1200" b="1">
                <a:solidFill>
                  <a:srgbClr val="365A69"/>
                </a:solidFill>
              </a:defRPr>
            </a:lvl9pPr>
          </a:lstStyle>
          <a:p>
            <a:pPr>
              <a:defRPr sz="1200" b="1">
                <a:solidFill>
                  <a:srgbClr val="365A69"/>
                </a:solidFill>
              </a:defRPr>
            </a:pPr>
            <a:r>
              <a:rPr sz="1200" b="1">
                <a:solidFill>
                  <a:srgbClr val="365A69"/>
                </a:solidFill>
              </a:rPr>
              <a:t>12/15—12/24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29067F6-C523-40D8-ACF0-2662BB002280}"/>
              </a:ext>
            </a:extLst>
          </p:cNvPr>
          <p:cNvSpPr>
            <a:spLocks noGrp="1"/>
          </p:cNvSpPr>
          <p:nvPr/>
        </p:nvSpPr>
        <p:spPr>
          <a:xfrm>
            <a:off x="9182100" y="2667000"/>
            <a:ext cx="2190750" cy="28575"/>
          </a:xfrm>
          <a:prstGeom prst="rect">
            <a:avLst/>
          </a:prstGeom>
          <a:solidFill>
            <a:srgbClr val="70B7D5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CCA881A-616B-4A1C-B247-EE0B1DC798F5}"/>
              </a:ext>
            </a:extLst>
          </p:cNvPr>
          <p:cNvSpPr>
            <a:spLocks noGrp="1"/>
          </p:cNvSpPr>
          <p:nvPr/>
        </p:nvSpPr>
        <p:spPr>
          <a:xfrm>
            <a:off x="9182100" y="2952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02A33"/>
                </a:solidFill>
              </a:defRPr>
            </a:defPPr>
            <a:lvl1pPr>
              <a:defRPr sz="1650" b="1">
                <a:solidFill>
                  <a:srgbClr val="202A33"/>
                </a:solidFill>
              </a:defRPr>
            </a:lvl1pPr>
            <a:lvl2pPr>
              <a:defRPr sz="1650" b="1">
                <a:solidFill>
                  <a:srgbClr val="202A33"/>
                </a:solidFill>
              </a:defRPr>
            </a:lvl2pPr>
            <a:lvl3pPr>
              <a:defRPr sz="1650" b="1">
                <a:solidFill>
                  <a:srgbClr val="202A33"/>
                </a:solidFill>
              </a:defRPr>
            </a:lvl3pPr>
            <a:lvl4pPr>
              <a:defRPr sz="1650" b="1">
                <a:solidFill>
                  <a:srgbClr val="202A33"/>
                </a:solidFill>
              </a:defRPr>
            </a:lvl4pPr>
            <a:lvl5pPr>
              <a:defRPr sz="1650" b="1">
                <a:solidFill>
                  <a:srgbClr val="202A33"/>
                </a:solidFill>
              </a:defRPr>
            </a:lvl5pPr>
            <a:lvl6pPr>
              <a:defRPr sz="1650" b="1">
                <a:solidFill>
                  <a:srgbClr val="202A33"/>
                </a:solidFill>
              </a:defRPr>
            </a:lvl6pPr>
            <a:lvl7pPr>
              <a:defRPr sz="1650" b="1">
                <a:solidFill>
                  <a:srgbClr val="202A33"/>
                </a:solidFill>
              </a:defRPr>
            </a:lvl7pPr>
            <a:lvl8pPr>
              <a:defRPr sz="1650" b="1">
                <a:solidFill>
                  <a:srgbClr val="202A33"/>
                </a:solidFill>
              </a:defRPr>
            </a:lvl8pPr>
            <a:lvl9pPr>
              <a:defRPr sz="1650" b="1">
                <a:solidFill>
                  <a:srgbClr val="202A33"/>
                </a:solidFill>
              </a:defRPr>
            </a:lvl9pPr>
          </a:lstStyle>
          <a:p>
            <a:pPr>
              <a:defRPr sz="1650" b="1">
                <a:solidFill>
                  <a:srgbClr val="202A33"/>
                </a:solidFill>
              </a:defRPr>
            </a:pPr>
            <a:r>
              <a:rPr sz="1650" b="1">
                <a:solidFill>
                  <a:srgbClr val="202A33"/>
                </a:solidFill>
              </a:rPr>
              <a:t>展示排練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554F0B-03A8-4497-8FF1-34AB7DE67DDE}"/>
              </a:ext>
            </a:extLst>
          </p:cNvPr>
          <p:cNvSpPr>
            <a:spLocks noGrp="1"/>
          </p:cNvSpPr>
          <p:nvPr/>
        </p:nvSpPr>
        <p:spPr>
          <a:xfrm>
            <a:off x="9182100" y="34480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25323C"/>
                </a:solidFill>
              </a:defRPr>
            </a:defPPr>
            <a:lvl1pPr>
              <a:defRPr sz="1350" b="0">
                <a:solidFill>
                  <a:srgbClr val="25323C"/>
                </a:solidFill>
              </a:defRPr>
            </a:lvl1pPr>
            <a:lvl2pPr>
              <a:defRPr sz="1350" b="0">
                <a:solidFill>
                  <a:srgbClr val="25323C"/>
                </a:solidFill>
              </a:defRPr>
            </a:lvl2pPr>
            <a:lvl3pPr>
              <a:defRPr sz="1350" b="0">
                <a:solidFill>
                  <a:srgbClr val="25323C"/>
                </a:solidFill>
              </a:defRPr>
            </a:lvl3pPr>
            <a:lvl4pPr>
              <a:defRPr sz="1350" b="0">
                <a:solidFill>
                  <a:srgbClr val="25323C"/>
                </a:solidFill>
              </a:defRPr>
            </a:lvl4pPr>
            <a:lvl5pPr>
              <a:defRPr sz="1350" b="0">
                <a:solidFill>
                  <a:srgbClr val="25323C"/>
                </a:solidFill>
              </a:defRPr>
            </a:lvl5pPr>
            <a:lvl6pPr>
              <a:defRPr sz="1350" b="0">
                <a:solidFill>
                  <a:srgbClr val="25323C"/>
                </a:solidFill>
              </a:defRPr>
            </a:lvl6pPr>
            <a:lvl7pPr>
              <a:defRPr sz="1350" b="0">
                <a:solidFill>
                  <a:srgbClr val="25323C"/>
                </a:solidFill>
              </a:defRPr>
            </a:lvl7pPr>
            <a:lvl8pPr>
              <a:defRPr sz="1350" b="0">
                <a:solidFill>
                  <a:srgbClr val="25323C"/>
                </a:solidFill>
              </a:defRPr>
            </a:lvl8pPr>
            <a:lvl9pPr>
              <a:defRPr sz="1350" b="0">
                <a:solidFill>
                  <a:srgbClr val="25323C"/>
                </a:solidFill>
              </a:defRPr>
            </a:lvl9pPr>
          </a:lstStyle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確認主辦要求</a:t>
            </a:r>
          </a:p>
          <a:p>
            <a:pPr>
              <a:defRPr sz="1350" b="0">
                <a:solidFill>
                  <a:srgbClr val="25323C"/>
                </a:solidFill>
              </a:defRPr>
            </a:pPr>
            <a:r>
              <a:rPr sz="1350" b="0">
                <a:solidFill>
                  <a:srgbClr val="25323C"/>
                </a:solidFill>
              </a:rPr>
              <a:t>備妥失敗備援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5F1AE0-9AB1-46C7-A481-82558270804C}"/>
              </a:ext>
            </a:extLst>
          </p:cNvPr>
          <p:cNvSpPr>
            <a:spLocks noGrp="1"/>
          </p:cNvSpPr>
          <p:nvPr/>
        </p:nvSpPr>
        <p:spPr>
          <a:xfrm>
            <a:off x="723900" y="4610100"/>
            <a:ext cx="10744200" cy="9525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964C90C-B0BF-4C6C-9E4B-D95B060CFFB1}"/>
              </a:ext>
            </a:extLst>
          </p:cNvPr>
          <p:cNvSpPr>
            <a:spLocks noGrp="1"/>
          </p:cNvSpPr>
          <p:nvPr/>
        </p:nvSpPr>
        <p:spPr>
          <a:xfrm>
            <a:off x="723900" y="49530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365A69"/>
                </a:solidFill>
              </a:defRPr>
            </a:defPPr>
            <a:lvl1pPr>
              <a:defRPr sz="1575" b="1">
                <a:solidFill>
                  <a:srgbClr val="365A69"/>
                </a:solidFill>
              </a:defRPr>
            </a:lvl1pPr>
            <a:lvl2pPr>
              <a:defRPr sz="1575" b="1">
                <a:solidFill>
                  <a:srgbClr val="365A69"/>
                </a:solidFill>
              </a:defRPr>
            </a:lvl2pPr>
            <a:lvl3pPr>
              <a:defRPr sz="1575" b="1">
                <a:solidFill>
                  <a:srgbClr val="365A69"/>
                </a:solidFill>
              </a:defRPr>
            </a:lvl3pPr>
            <a:lvl4pPr>
              <a:defRPr sz="1575" b="1">
                <a:solidFill>
                  <a:srgbClr val="365A69"/>
                </a:solidFill>
              </a:defRPr>
            </a:lvl4pPr>
            <a:lvl5pPr>
              <a:defRPr sz="1575" b="1">
                <a:solidFill>
                  <a:srgbClr val="365A69"/>
                </a:solidFill>
              </a:defRPr>
            </a:lvl5pPr>
            <a:lvl6pPr>
              <a:defRPr sz="1575" b="1">
                <a:solidFill>
                  <a:srgbClr val="365A69"/>
                </a:solidFill>
              </a:defRPr>
            </a:lvl6pPr>
            <a:lvl7pPr>
              <a:defRPr sz="1575" b="1">
                <a:solidFill>
                  <a:srgbClr val="365A69"/>
                </a:solidFill>
              </a:defRPr>
            </a:lvl7pPr>
            <a:lvl8pPr>
              <a:defRPr sz="1575" b="1">
                <a:solidFill>
                  <a:srgbClr val="365A69"/>
                </a:solidFill>
              </a:defRPr>
            </a:lvl8pPr>
            <a:lvl9pPr>
              <a:defRPr sz="1575" b="1">
                <a:solidFill>
                  <a:srgbClr val="365A69"/>
                </a:solidFill>
              </a:defRPr>
            </a:lvl9pPr>
          </a:lstStyle>
          <a:p>
            <a:pPr>
              <a:defRPr sz="1575" b="1">
                <a:solidFill>
                  <a:srgbClr val="365A69"/>
                </a:solidFill>
              </a:defRPr>
            </a:pPr>
            <a:r>
              <a:rPr sz="1575" b="1">
                <a:solidFill>
                  <a:srgbClr val="365A69"/>
                </a:solidFill>
              </a:rPr>
              <a:t>推廣次序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2BC006-E7F5-4F52-A624-C30404AD1896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202A33"/>
                </a:solidFill>
              </a:defRPr>
            </a:defPPr>
            <a:lvl1pPr>
              <a:defRPr sz="1425" b="1">
                <a:solidFill>
                  <a:srgbClr val="202A33"/>
                </a:solidFill>
              </a:defRPr>
            </a:lvl1pPr>
            <a:lvl2pPr>
              <a:defRPr sz="1425" b="1">
                <a:solidFill>
                  <a:srgbClr val="202A33"/>
                </a:solidFill>
              </a:defRPr>
            </a:lvl2pPr>
            <a:lvl3pPr>
              <a:defRPr sz="1425" b="1">
                <a:solidFill>
                  <a:srgbClr val="202A33"/>
                </a:solidFill>
              </a:defRPr>
            </a:lvl3pPr>
            <a:lvl4pPr>
              <a:defRPr sz="1425" b="1">
                <a:solidFill>
                  <a:srgbClr val="202A33"/>
                </a:solidFill>
              </a:defRPr>
            </a:lvl4pPr>
            <a:lvl5pPr>
              <a:defRPr sz="1425" b="1">
                <a:solidFill>
                  <a:srgbClr val="202A33"/>
                </a:solidFill>
              </a:defRPr>
            </a:lvl5pPr>
            <a:lvl6pPr>
              <a:defRPr sz="1425" b="1">
                <a:solidFill>
                  <a:srgbClr val="202A33"/>
                </a:solidFill>
              </a:defRPr>
            </a:lvl6pPr>
            <a:lvl7pPr>
              <a:defRPr sz="1425" b="1">
                <a:solidFill>
                  <a:srgbClr val="202A33"/>
                </a:solidFill>
              </a:defRPr>
            </a:lvl7pPr>
            <a:lvl8pPr>
              <a:defRPr sz="1425" b="1">
                <a:solidFill>
                  <a:srgbClr val="202A33"/>
                </a:solidFill>
              </a:defRPr>
            </a:lvl8pPr>
            <a:lvl9pPr>
              <a:defRPr sz="1425" b="1">
                <a:solidFill>
                  <a:srgbClr val="202A33"/>
                </a:solidFill>
              </a:defRPr>
            </a:lvl9pPr>
          </a:lstStyle>
          <a:p>
            <a:pPr>
              <a:defRPr sz="1425" b="1">
                <a:solidFill>
                  <a:srgbClr val="202A33"/>
                </a:solidFill>
              </a:defRPr>
            </a:pPr>
            <a:r>
              <a:rPr sz="1425" b="1">
                <a:solidFill>
                  <a:srgbClr val="202A33"/>
                </a:solidFill>
              </a:rPr>
              <a:t>合成案例驗證 → 資料治理／資安審查 → 核准後評估部門試用 → 再決定維運與擴充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558F61D-FAB1-4B8E-A13D-91D2EE6760F4}"/>
              </a:ext>
            </a:extLst>
          </p:cNvPr>
          <p:cNvSpPr>
            <a:spLocks noGrp="1"/>
          </p:cNvSpPr>
          <p:nvPr/>
        </p:nvSpPr>
        <p:spPr>
          <a:xfrm>
            <a:off x="723900" y="6057900"/>
            <a:ext cx="1038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9656E"/>
                </a:solidFill>
              </a:defRPr>
            </a:defPPr>
            <a:lvl1pPr>
              <a:defRPr sz="1125" b="0">
                <a:solidFill>
                  <a:srgbClr val="59656E"/>
                </a:solidFill>
              </a:defRPr>
            </a:lvl1pPr>
            <a:lvl2pPr>
              <a:defRPr sz="1125" b="0">
                <a:solidFill>
                  <a:srgbClr val="59656E"/>
                </a:solidFill>
              </a:defRPr>
            </a:lvl2pPr>
            <a:lvl3pPr>
              <a:defRPr sz="1125" b="0">
                <a:solidFill>
                  <a:srgbClr val="59656E"/>
                </a:solidFill>
              </a:defRPr>
            </a:lvl3pPr>
            <a:lvl4pPr>
              <a:defRPr sz="1125" b="0">
                <a:solidFill>
                  <a:srgbClr val="59656E"/>
                </a:solidFill>
              </a:defRPr>
            </a:lvl4pPr>
            <a:lvl5pPr>
              <a:defRPr sz="1125" b="0">
                <a:solidFill>
                  <a:srgbClr val="59656E"/>
                </a:solidFill>
              </a:defRPr>
            </a:lvl5pPr>
            <a:lvl6pPr>
              <a:defRPr sz="1125" b="0">
                <a:solidFill>
                  <a:srgbClr val="59656E"/>
                </a:solidFill>
              </a:defRPr>
            </a:lvl6pPr>
            <a:lvl7pPr>
              <a:defRPr sz="1125" b="0">
                <a:solidFill>
                  <a:srgbClr val="59656E"/>
                </a:solidFill>
              </a:defRPr>
            </a:lvl7pPr>
            <a:lvl8pPr>
              <a:defRPr sz="1125" b="0">
                <a:solidFill>
                  <a:srgbClr val="59656E"/>
                </a:solidFill>
              </a:defRPr>
            </a:lvl8pPr>
            <a:lvl9pPr>
              <a:defRPr sz="1125" b="0">
                <a:solidFill>
                  <a:srgbClr val="59656E"/>
                </a:solidFill>
              </a:defRPr>
            </a:lvl9pPr>
          </a:lstStyle>
          <a:p>
            <a:pPr>
              <a:defRPr sz="1125" b="0">
                <a:solidFill>
                  <a:srgbClr val="59656E"/>
                </a:solidFill>
              </a:defRPr>
            </a:pPr>
            <a:r>
              <a:rPr sz="1125" b="0">
                <a:solidFill>
                  <a:srgbClr val="59656E"/>
                </a:solidFill>
              </a:rPr>
              <a:t>時程為團隊規劃；官方提交期限、簡報時長及格式仍待主辦確認。</a:t>
            </a:r>
          </a:p>
        </p:txBody>
      </p:sp>
    </p:spTree>
    <p:extLst>
      <p:ext uri="{BB962C8B-B14F-4D97-AF65-F5344CB8AC3E}">
        <p14:creationId xmlns:p14="http://schemas.microsoft.com/office/powerpoint/2010/main" val="183106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E2451C5-EA58-47A9-98A1-95A6403E658C}"/>
              </a:ext>
            </a:extLst>
          </p:cNvPr>
          <p:cNvSpPr>
            <a:spLocks noGrp="1"/>
          </p:cNvSpPr>
          <p:nvPr/>
        </p:nvSpPr>
        <p:spPr>
          <a:xfrm>
            <a:off x="723900" y="7810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70B7D5"/>
                </a:solidFill>
              </a:defRPr>
            </a:defPPr>
            <a:lvl1pPr>
              <a:defRPr sz="1275" b="1">
                <a:solidFill>
                  <a:srgbClr val="70B7D5"/>
                </a:solidFill>
              </a:defRPr>
            </a:lvl1pPr>
            <a:lvl2pPr>
              <a:defRPr sz="1275" b="1">
                <a:solidFill>
                  <a:srgbClr val="70B7D5"/>
                </a:solidFill>
              </a:defRPr>
            </a:lvl2pPr>
            <a:lvl3pPr>
              <a:defRPr sz="1275" b="1">
                <a:solidFill>
                  <a:srgbClr val="70B7D5"/>
                </a:solidFill>
              </a:defRPr>
            </a:lvl3pPr>
            <a:lvl4pPr>
              <a:defRPr sz="1275" b="1">
                <a:solidFill>
                  <a:srgbClr val="70B7D5"/>
                </a:solidFill>
              </a:defRPr>
            </a:lvl4pPr>
            <a:lvl5pPr>
              <a:defRPr sz="1275" b="1">
                <a:solidFill>
                  <a:srgbClr val="70B7D5"/>
                </a:solidFill>
              </a:defRPr>
            </a:lvl5pPr>
            <a:lvl6pPr>
              <a:defRPr sz="1275" b="1">
                <a:solidFill>
                  <a:srgbClr val="70B7D5"/>
                </a:solidFill>
              </a:defRPr>
            </a:lvl6pPr>
            <a:lvl7pPr>
              <a:defRPr sz="1275" b="1">
                <a:solidFill>
                  <a:srgbClr val="70B7D5"/>
                </a:solidFill>
              </a:defRPr>
            </a:lvl7pPr>
            <a:lvl8pPr>
              <a:defRPr sz="1275" b="1">
                <a:solidFill>
                  <a:srgbClr val="70B7D5"/>
                </a:solidFill>
              </a:defRPr>
            </a:lvl8pPr>
            <a:lvl9pPr>
              <a:defRPr sz="1275" b="1">
                <a:solidFill>
                  <a:srgbClr val="70B7D5"/>
                </a:solidFill>
              </a:defRPr>
            </a:lvl9pPr>
          </a:lstStyle>
          <a:p>
            <a:pPr>
              <a:defRPr sz="1275" b="1">
                <a:solidFill>
                  <a:srgbClr val="70B7D5"/>
                </a:solidFill>
              </a:defRPr>
            </a:pPr>
            <a:r>
              <a:rPr sz="1275" b="1">
                <a:solidFill>
                  <a:srgbClr val="70B7D5"/>
                </a:solidFill>
              </a:rPr>
              <a:t>提案主張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0C6D14-46E5-4D60-B3C7-72B79B171153}"/>
              </a:ext>
            </a:extLst>
          </p:cNvPr>
          <p:cNvSpPr>
            <a:spLocks noGrp="1"/>
          </p:cNvSpPr>
          <p:nvPr/>
        </p:nvSpPr>
        <p:spPr>
          <a:xfrm>
            <a:off x="723900" y="1447800"/>
            <a:ext cx="10287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225" b="1">
                <a:solidFill>
                  <a:srgbClr val="FFFFFF"/>
                </a:solidFill>
              </a:defRPr>
            </a:defPPr>
            <a:lvl1pPr>
              <a:defRPr sz="3225" b="1">
                <a:solidFill>
                  <a:srgbClr val="FFFFFF"/>
                </a:solidFill>
              </a:defRPr>
            </a:lvl1pPr>
            <a:lvl2pPr>
              <a:defRPr sz="3225" b="1">
                <a:solidFill>
                  <a:srgbClr val="FFFFFF"/>
                </a:solidFill>
              </a:defRPr>
            </a:lvl2pPr>
            <a:lvl3pPr>
              <a:defRPr sz="3225" b="1">
                <a:solidFill>
                  <a:srgbClr val="FFFFFF"/>
                </a:solidFill>
              </a:defRPr>
            </a:lvl3pPr>
            <a:lvl4pPr>
              <a:defRPr sz="3225" b="1">
                <a:solidFill>
                  <a:srgbClr val="FFFFFF"/>
                </a:solidFill>
              </a:defRPr>
            </a:lvl4pPr>
            <a:lvl5pPr>
              <a:defRPr sz="3225" b="1">
                <a:solidFill>
                  <a:srgbClr val="FFFFFF"/>
                </a:solidFill>
              </a:defRPr>
            </a:lvl5pPr>
            <a:lvl6pPr>
              <a:defRPr sz="3225" b="1">
                <a:solidFill>
                  <a:srgbClr val="FFFFFF"/>
                </a:solidFill>
              </a:defRPr>
            </a:lvl6pPr>
            <a:lvl7pPr>
              <a:defRPr sz="3225" b="1">
                <a:solidFill>
                  <a:srgbClr val="FFFFFF"/>
                </a:solidFill>
              </a:defRPr>
            </a:lvl7pPr>
            <a:lvl8pPr>
              <a:defRPr sz="3225" b="1">
                <a:solidFill>
                  <a:srgbClr val="FFFFFF"/>
                </a:solidFill>
              </a:defRPr>
            </a:lvl8pPr>
            <a:lvl9pPr>
              <a:defRPr sz="3225" b="1">
                <a:solidFill>
                  <a:srgbClr val="FFFFFF"/>
                </a:solidFill>
              </a:defRPr>
            </a:lvl9pPr>
          </a:lstStyle>
          <a:p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讓 Copilot 整理分析證據，</a:t>
            </a:r>
          </a:p>
          <a:p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讓風險管理覆核者保留最終判斷。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61C2D8-85E1-411B-9D05-8B1D0F458369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10668000" cy="19050"/>
          </a:xfrm>
          <a:prstGeom prst="rect">
            <a:avLst/>
          </a:prstGeom>
          <a:solidFill>
            <a:srgbClr val="D8E0E6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25E1B6-E8DC-4CC4-B62E-7E569C269737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70B7D5"/>
                </a:solidFill>
              </a:defRPr>
            </a:defPPr>
            <a:lvl1pPr>
              <a:defRPr sz="1650" b="1">
                <a:solidFill>
                  <a:srgbClr val="70B7D5"/>
                </a:solidFill>
              </a:defRPr>
            </a:lvl1pPr>
            <a:lvl2pPr>
              <a:defRPr sz="1650" b="1">
                <a:solidFill>
                  <a:srgbClr val="70B7D5"/>
                </a:solidFill>
              </a:defRPr>
            </a:lvl2pPr>
            <a:lvl3pPr>
              <a:defRPr sz="1650" b="1">
                <a:solidFill>
                  <a:srgbClr val="70B7D5"/>
                </a:solidFill>
              </a:defRPr>
            </a:lvl3pPr>
            <a:lvl4pPr>
              <a:defRPr sz="1650" b="1">
                <a:solidFill>
                  <a:srgbClr val="70B7D5"/>
                </a:solidFill>
              </a:defRPr>
            </a:lvl4pPr>
            <a:lvl5pPr>
              <a:defRPr sz="1650" b="1">
                <a:solidFill>
                  <a:srgbClr val="70B7D5"/>
                </a:solidFill>
              </a:defRPr>
            </a:lvl5pPr>
            <a:lvl6pPr>
              <a:defRPr sz="1650" b="1">
                <a:solidFill>
                  <a:srgbClr val="70B7D5"/>
                </a:solidFill>
              </a:defRPr>
            </a:lvl6pPr>
            <a:lvl7pPr>
              <a:defRPr sz="1650" b="1">
                <a:solidFill>
                  <a:srgbClr val="70B7D5"/>
                </a:solidFill>
              </a:defRPr>
            </a:lvl7pPr>
            <a:lvl8pPr>
              <a:defRPr sz="1650" b="1">
                <a:solidFill>
                  <a:srgbClr val="70B7D5"/>
                </a:solidFill>
              </a:defRPr>
            </a:lvl8pPr>
            <a:lvl9pPr>
              <a:defRPr sz="1650" b="1">
                <a:solidFill>
                  <a:srgbClr val="70B7D5"/>
                </a:solidFill>
              </a:defRPr>
            </a:lvl9pPr>
          </a:lstStyle>
          <a:p>
            <a:pPr>
              <a:defRPr sz="1650" b="1">
                <a:solidFill>
                  <a:srgbClr val="70B7D5"/>
                </a:solidFill>
              </a:defRPr>
            </a:pPr>
            <a:r>
              <a:rPr sz="1650" b="1">
                <a:solidFill>
                  <a:srgbClr val="70B7D5"/>
                </a:solidFill>
              </a:rPr>
              <a:t>本機分析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CD1336-0ABD-4EDD-9B2F-17404D0B9B9F}"/>
              </a:ext>
            </a:extLst>
          </p:cNvPr>
          <p:cNvSpPr>
            <a:spLocks noGrp="1"/>
          </p:cNvSpPr>
          <p:nvPr/>
        </p:nvSpPr>
        <p:spPr>
          <a:xfrm>
            <a:off x="742950" y="419100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F7FAFC"/>
                </a:solidFill>
              </a:defRPr>
            </a:defPPr>
            <a:lvl1pPr>
              <a:defRPr sz="1350" b="0">
                <a:solidFill>
                  <a:srgbClr val="F7FAFC"/>
                </a:solidFill>
              </a:defRPr>
            </a:lvl1pPr>
            <a:lvl2pPr>
              <a:defRPr sz="1350" b="0">
                <a:solidFill>
                  <a:srgbClr val="F7FAFC"/>
                </a:solidFill>
              </a:defRPr>
            </a:lvl2pPr>
            <a:lvl3pPr>
              <a:defRPr sz="1350" b="0">
                <a:solidFill>
                  <a:srgbClr val="F7FAFC"/>
                </a:solidFill>
              </a:defRPr>
            </a:lvl3pPr>
            <a:lvl4pPr>
              <a:defRPr sz="1350" b="0">
                <a:solidFill>
                  <a:srgbClr val="F7FAFC"/>
                </a:solidFill>
              </a:defRPr>
            </a:lvl4pPr>
            <a:lvl5pPr>
              <a:defRPr sz="1350" b="0">
                <a:solidFill>
                  <a:srgbClr val="F7FAFC"/>
                </a:solidFill>
              </a:defRPr>
            </a:lvl5pPr>
            <a:lvl6pPr>
              <a:defRPr sz="1350" b="0">
                <a:solidFill>
                  <a:srgbClr val="F7FAFC"/>
                </a:solidFill>
              </a:defRPr>
            </a:lvl6pPr>
            <a:lvl7pPr>
              <a:defRPr sz="1350" b="0">
                <a:solidFill>
                  <a:srgbClr val="F7FAFC"/>
                </a:solidFill>
              </a:defRPr>
            </a:lvl7pPr>
            <a:lvl8pPr>
              <a:defRPr sz="1350" b="0">
                <a:solidFill>
                  <a:srgbClr val="F7FAFC"/>
                </a:solidFill>
              </a:defRPr>
            </a:lvl8pPr>
            <a:lvl9pPr>
              <a:defRPr sz="1350" b="0">
                <a:solidFill>
                  <a:srgbClr val="F7FAFC"/>
                </a:solidFill>
              </a:defRPr>
            </a:lvl9pPr>
          </a:lstStyle>
          <a:p>
            <a:pPr>
              <a:defRPr sz="1350" b="0">
                <a:solidFill>
                  <a:srgbClr val="F7FAFC"/>
                </a:solidFill>
              </a:defRPr>
            </a:pPr>
            <a:r>
              <a:rPr sz="1350" b="0">
                <a:solidFill>
                  <a:srgbClr val="F7FAFC"/>
                </a:solidFill>
              </a:rPr>
              <a:t>風險分群及報表關係可回查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91B897-516D-437B-890F-48BBFA1374D5}"/>
              </a:ext>
            </a:extLst>
          </p:cNvPr>
          <p:cNvSpPr>
            <a:spLocks noGrp="1"/>
          </p:cNvSpPr>
          <p:nvPr/>
        </p:nvSpPr>
        <p:spPr>
          <a:xfrm>
            <a:off x="4210050" y="37338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70B7D5"/>
                </a:solidFill>
              </a:defRPr>
            </a:defPPr>
            <a:lvl1pPr>
              <a:defRPr sz="1650" b="1">
                <a:solidFill>
                  <a:srgbClr val="70B7D5"/>
                </a:solidFill>
              </a:defRPr>
            </a:lvl1pPr>
            <a:lvl2pPr>
              <a:defRPr sz="1650" b="1">
                <a:solidFill>
                  <a:srgbClr val="70B7D5"/>
                </a:solidFill>
              </a:defRPr>
            </a:lvl2pPr>
            <a:lvl3pPr>
              <a:defRPr sz="1650" b="1">
                <a:solidFill>
                  <a:srgbClr val="70B7D5"/>
                </a:solidFill>
              </a:defRPr>
            </a:lvl3pPr>
            <a:lvl4pPr>
              <a:defRPr sz="1650" b="1">
                <a:solidFill>
                  <a:srgbClr val="70B7D5"/>
                </a:solidFill>
              </a:defRPr>
            </a:lvl4pPr>
            <a:lvl5pPr>
              <a:defRPr sz="1650" b="1">
                <a:solidFill>
                  <a:srgbClr val="70B7D5"/>
                </a:solidFill>
              </a:defRPr>
            </a:lvl5pPr>
            <a:lvl6pPr>
              <a:defRPr sz="1650" b="1">
                <a:solidFill>
                  <a:srgbClr val="70B7D5"/>
                </a:solidFill>
              </a:defRPr>
            </a:lvl6pPr>
            <a:lvl7pPr>
              <a:defRPr sz="1650" b="1">
                <a:solidFill>
                  <a:srgbClr val="70B7D5"/>
                </a:solidFill>
              </a:defRPr>
            </a:lvl7pPr>
            <a:lvl8pPr>
              <a:defRPr sz="1650" b="1">
                <a:solidFill>
                  <a:srgbClr val="70B7D5"/>
                </a:solidFill>
              </a:defRPr>
            </a:lvl8pPr>
            <a:lvl9pPr>
              <a:defRPr sz="1650" b="1">
                <a:solidFill>
                  <a:srgbClr val="70B7D5"/>
                </a:solidFill>
              </a:defRPr>
            </a:lvl9pPr>
          </a:lstStyle>
          <a:p>
            <a:pPr>
              <a:defRPr sz="1650" b="1">
                <a:solidFill>
                  <a:srgbClr val="70B7D5"/>
                </a:solidFill>
              </a:defRPr>
            </a:pPr>
            <a:r>
              <a:rPr sz="1650" b="1">
                <a:solidFill>
                  <a:srgbClr val="70B7D5"/>
                </a:solidFill>
              </a:rPr>
              <a:t>Copilot 整理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974395-8B56-4B84-A88F-A4E0594891D8}"/>
              </a:ext>
            </a:extLst>
          </p:cNvPr>
          <p:cNvSpPr>
            <a:spLocks noGrp="1"/>
          </p:cNvSpPr>
          <p:nvPr/>
        </p:nvSpPr>
        <p:spPr>
          <a:xfrm>
            <a:off x="4210050" y="419100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F7FAFC"/>
                </a:solidFill>
              </a:defRPr>
            </a:defPPr>
            <a:lvl1pPr>
              <a:defRPr sz="1350" b="0">
                <a:solidFill>
                  <a:srgbClr val="F7FAFC"/>
                </a:solidFill>
              </a:defRPr>
            </a:lvl1pPr>
            <a:lvl2pPr>
              <a:defRPr sz="1350" b="0">
                <a:solidFill>
                  <a:srgbClr val="F7FAFC"/>
                </a:solidFill>
              </a:defRPr>
            </a:lvl2pPr>
            <a:lvl3pPr>
              <a:defRPr sz="1350" b="0">
                <a:solidFill>
                  <a:srgbClr val="F7FAFC"/>
                </a:solidFill>
              </a:defRPr>
            </a:lvl3pPr>
            <a:lvl4pPr>
              <a:defRPr sz="1350" b="0">
                <a:solidFill>
                  <a:srgbClr val="F7FAFC"/>
                </a:solidFill>
              </a:defRPr>
            </a:lvl4pPr>
            <a:lvl5pPr>
              <a:defRPr sz="1350" b="0">
                <a:solidFill>
                  <a:srgbClr val="F7FAFC"/>
                </a:solidFill>
              </a:defRPr>
            </a:lvl5pPr>
            <a:lvl6pPr>
              <a:defRPr sz="1350" b="0">
                <a:solidFill>
                  <a:srgbClr val="F7FAFC"/>
                </a:solidFill>
              </a:defRPr>
            </a:lvl6pPr>
            <a:lvl7pPr>
              <a:defRPr sz="1350" b="0">
                <a:solidFill>
                  <a:srgbClr val="F7FAFC"/>
                </a:solidFill>
              </a:defRPr>
            </a:lvl7pPr>
            <a:lvl8pPr>
              <a:defRPr sz="1350" b="0">
                <a:solidFill>
                  <a:srgbClr val="F7FAFC"/>
                </a:solidFill>
              </a:defRPr>
            </a:lvl8pPr>
            <a:lvl9pPr>
              <a:defRPr sz="1350" b="0">
                <a:solidFill>
                  <a:srgbClr val="F7FAFC"/>
                </a:solidFill>
              </a:defRPr>
            </a:lvl9pPr>
          </a:lstStyle>
          <a:p>
            <a:pPr>
              <a:defRPr sz="1350" b="0">
                <a:solidFill>
                  <a:srgbClr val="F7FAFC"/>
                </a:solidFill>
              </a:defRPr>
            </a:pPr>
            <a:r>
              <a:rPr sz="1350" b="0">
                <a:solidFill>
                  <a:srgbClr val="F7FAFC"/>
                </a:solidFill>
              </a:rPr>
              <a:t>摘要轉為風險覆核說明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AF937A-0641-437F-9C97-04F4EFFCD50A}"/>
              </a:ext>
            </a:extLst>
          </p:cNvPr>
          <p:cNvSpPr>
            <a:spLocks noGrp="1"/>
          </p:cNvSpPr>
          <p:nvPr/>
        </p:nvSpPr>
        <p:spPr>
          <a:xfrm>
            <a:off x="8039100" y="37338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70B7D5"/>
                </a:solidFill>
              </a:defRPr>
            </a:defPPr>
            <a:lvl1pPr>
              <a:defRPr sz="1650" b="1">
                <a:solidFill>
                  <a:srgbClr val="70B7D5"/>
                </a:solidFill>
              </a:defRPr>
            </a:lvl1pPr>
            <a:lvl2pPr>
              <a:defRPr sz="1650" b="1">
                <a:solidFill>
                  <a:srgbClr val="70B7D5"/>
                </a:solidFill>
              </a:defRPr>
            </a:lvl2pPr>
            <a:lvl3pPr>
              <a:defRPr sz="1650" b="1">
                <a:solidFill>
                  <a:srgbClr val="70B7D5"/>
                </a:solidFill>
              </a:defRPr>
            </a:lvl3pPr>
            <a:lvl4pPr>
              <a:defRPr sz="1650" b="1">
                <a:solidFill>
                  <a:srgbClr val="70B7D5"/>
                </a:solidFill>
              </a:defRPr>
            </a:lvl4pPr>
            <a:lvl5pPr>
              <a:defRPr sz="1650" b="1">
                <a:solidFill>
                  <a:srgbClr val="70B7D5"/>
                </a:solidFill>
              </a:defRPr>
            </a:lvl5pPr>
            <a:lvl6pPr>
              <a:defRPr sz="1650" b="1">
                <a:solidFill>
                  <a:srgbClr val="70B7D5"/>
                </a:solidFill>
              </a:defRPr>
            </a:lvl6pPr>
            <a:lvl7pPr>
              <a:defRPr sz="1650" b="1">
                <a:solidFill>
                  <a:srgbClr val="70B7D5"/>
                </a:solidFill>
              </a:defRPr>
            </a:lvl7pPr>
            <a:lvl8pPr>
              <a:defRPr sz="1650" b="1">
                <a:solidFill>
                  <a:srgbClr val="70B7D5"/>
                </a:solidFill>
              </a:defRPr>
            </a:lvl8pPr>
            <a:lvl9pPr>
              <a:defRPr sz="1650" b="1">
                <a:solidFill>
                  <a:srgbClr val="70B7D5"/>
                </a:solidFill>
              </a:defRPr>
            </a:lvl9pPr>
          </a:lstStyle>
          <a:p>
            <a:pPr>
              <a:defRPr sz="1650" b="1">
                <a:solidFill>
                  <a:srgbClr val="70B7D5"/>
                </a:solidFill>
              </a:defRPr>
            </a:pPr>
            <a:r>
              <a:rPr sz="1650" b="1">
                <a:solidFill>
                  <a:srgbClr val="70B7D5"/>
                </a:solidFill>
              </a:rPr>
              <a:t>人工覆核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23D978-524F-41F9-B9AC-FC3FE94BD1BA}"/>
              </a:ext>
            </a:extLst>
          </p:cNvPr>
          <p:cNvSpPr>
            <a:spLocks noGrp="1"/>
          </p:cNvSpPr>
          <p:nvPr/>
        </p:nvSpPr>
        <p:spPr>
          <a:xfrm>
            <a:off x="8039100" y="4191000"/>
            <a:ext cx="333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F7FAFC"/>
                </a:solidFill>
              </a:defRPr>
            </a:defPPr>
            <a:lvl1pPr>
              <a:defRPr sz="1350" b="0">
                <a:solidFill>
                  <a:srgbClr val="F7FAFC"/>
                </a:solidFill>
              </a:defRPr>
            </a:lvl1pPr>
            <a:lvl2pPr>
              <a:defRPr sz="1350" b="0">
                <a:solidFill>
                  <a:srgbClr val="F7FAFC"/>
                </a:solidFill>
              </a:defRPr>
            </a:lvl2pPr>
            <a:lvl3pPr>
              <a:defRPr sz="1350" b="0">
                <a:solidFill>
                  <a:srgbClr val="F7FAFC"/>
                </a:solidFill>
              </a:defRPr>
            </a:lvl3pPr>
            <a:lvl4pPr>
              <a:defRPr sz="1350" b="0">
                <a:solidFill>
                  <a:srgbClr val="F7FAFC"/>
                </a:solidFill>
              </a:defRPr>
            </a:lvl4pPr>
            <a:lvl5pPr>
              <a:defRPr sz="1350" b="0">
                <a:solidFill>
                  <a:srgbClr val="F7FAFC"/>
                </a:solidFill>
              </a:defRPr>
            </a:lvl5pPr>
            <a:lvl6pPr>
              <a:defRPr sz="1350" b="0">
                <a:solidFill>
                  <a:srgbClr val="F7FAFC"/>
                </a:solidFill>
              </a:defRPr>
            </a:lvl6pPr>
            <a:lvl7pPr>
              <a:defRPr sz="1350" b="0">
                <a:solidFill>
                  <a:srgbClr val="F7FAFC"/>
                </a:solidFill>
              </a:defRPr>
            </a:lvl7pPr>
            <a:lvl8pPr>
              <a:defRPr sz="1350" b="0">
                <a:solidFill>
                  <a:srgbClr val="F7FAFC"/>
                </a:solidFill>
              </a:defRPr>
            </a:lvl8pPr>
            <a:lvl9pPr>
              <a:defRPr sz="1350" b="0">
                <a:solidFill>
                  <a:srgbClr val="F7FAFC"/>
                </a:solidFill>
              </a:defRPr>
            </a:lvl9pPr>
          </a:lstStyle>
          <a:p>
            <a:pPr>
              <a:defRPr sz="1350" b="0">
                <a:solidFill>
                  <a:srgbClr val="F7FAFC"/>
                </a:solidFill>
              </a:defRPr>
            </a:pPr>
            <a:r>
              <a:rPr sz="1350" b="0">
                <a:solidFill>
                  <a:srgbClr val="F7FAFC"/>
                </a:solidFill>
              </a:rPr>
              <a:t>風險判斷與核准仍由人負責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0D55E1-B0BB-4C27-B1FA-AC40071737A2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下一步：完成 M365 Chat 實測與三組以上配對量測，再回填真實成效。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A28243-F157-44CA-8888-77807590CA29}"/>
              </a:ext>
            </a:extLst>
          </p:cNvPr>
          <p:cNvSpPr>
            <a:spLocks noGrp="1"/>
          </p:cNvSpPr>
          <p:nvPr/>
        </p:nvSpPr>
        <p:spPr>
          <a:xfrm>
            <a:off x="10668000" y="62103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F7FAFC"/>
                </a:solidFill>
              </a:defRPr>
            </a:defPPr>
            <a:lvl1pPr>
              <a:defRPr sz="1050" b="0">
                <a:solidFill>
                  <a:srgbClr val="F7FAFC"/>
                </a:solidFill>
              </a:defRPr>
            </a:lvl1pPr>
            <a:lvl2pPr>
              <a:defRPr sz="1050" b="0">
                <a:solidFill>
                  <a:srgbClr val="F7FAFC"/>
                </a:solidFill>
              </a:defRPr>
            </a:lvl2pPr>
            <a:lvl3pPr>
              <a:defRPr sz="1050" b="0">
                <a:solidFill>
                  <a:srgbClr val="F7FAFC"/>
                </a:solidFill>
              </a:defRPr>
            </a:lvl3pPr>
            <a:lvl4pPr>
              <a:defRPr sz="1050" b="0">
                <a:solidFill>
                  <a:srgbClr val="F7FAFC"/>
                </a:solidFill>
              </a:defRPr>
            </a:lvl4pPr>
            <a:lvl5pPr>
              <a:defRPr sz="1050" b="0">
                <a:solidFill>
                  <a:srgbClr val="F7FAFC"/>
                </a:solidFill>
              </a:defRPr>
            </a:lvl5pPr>
            <a:lvl6pPr>
              <a:defRPr sz="1050" b="0">
                <a:solidFill>
                  <a:srgbClr val="F7FAFC"/>
                </a:solidFill>
              </a:defRPr>
            </a:lvl6pPr>
            <a:lvl7pPr>
              <a:defRPr sz="1050" b="0">
                <a:solidFill>
                  <a:srgbClr val="F7FAFC"/>
                </a:solidFill>
              </a:defRPr>
            </a:lvl7pPr>
            <a:lvl8pPr>
              <a:defRPr sz="1050" b="0">
                <a:solidFill>
                  <a:srgbClr val="F7FAFC"/>
                </a:solidFill>
              </a:defRPr>
            </a:lvl8pPr>
            <a:lvl9pPr>
              <a:defRPr sz="1050" b="0">
                <a:solidFill>
                  <a:srgbClr val="F7FAFC"/>
                </a:solidFill>
              </a:defRPr>
            </a:lvl9pPr>
          </a:lstStyle>
          <a:p>
            <a:pPr>
              <a:defRPr sz="1050" b="0">
                <a:solidFill>
                  <a:srgbClr val="F7FAFC"/>
                </a:solidFill>
              </a:defRPr>
            </a:pPr>
            <a:r>
              <a:rPr sz="1050" b="0">
                <a:solidFill>
                  <a:srgbClr val="F7FAF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927950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Microsoft Office PowerPoint</Application>
  <DocSecurity>0</DocSecurity>
  <PresentationFormat>寬螢幕</PresentationFormat>
  <Paragraphs>213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Microsoft JhengHei</vt:lpstr>
      <vt:lpstr>Aptos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冠智 廖</cp:lastModifiedBy>
  <cp:revision>5</cp:revision>
  <dcterms:created xsi:type="dcterms:W3CDTF">2026-10-23T02:43:28Z</dcterms:created>
  <dcterms:modified xsi:type="dcterms:W3CDTF">2026-10-23T11:46:03Z</dcterms:modified>
</cp:coreProperties>
</file>