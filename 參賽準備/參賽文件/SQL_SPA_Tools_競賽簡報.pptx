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f0b4a7401e44ebb" /><Relationship Type="http://schemas.openxmlformats.org/officeDocument/2006/relationships/extended-properties" Target="/docProps/app.xml" Id="Rde7b66eedd904e75" /><Relationship Type="http://schemas.openxmlformats.org/officeDocument/2006/relationships/officeDocument" Target="/ppt/presentation.xml" Id="R3c62a7de5a7b41e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b78a793264047f1"/>
  </p:sldMasterIdLst>
  <p:notesMasterIdLst>
    <p:notesMasterId xmlns:r="http://schemas.openxmlformats.org/officeDocument/2006/relationships" r:id="R1bea2db6b75a4a42"/>
  </p:notesMasterIdLst>
  <p:sldIdLst>
    <p:sldId xmlns:r="http://schemas.openxmlformats.org/officeDocument/2006/relationships" id="256" r:id="R992bf26123984652"/>
    <p:sldId xmlns:r="http://schemas.openxmlformats.org/officeDocument/2006/relationships" id="257" r:id="R644c039e0295487e"/>
    <p:sldId xmlns:r="http://schemas.openxmlformats.org/officeDocument/2006/relationships" id="258" r:id="Rf91145894c37460b"/>
    <p:sldId xmlns:r="http://schemas.openxmlformats.org/officeDocument/2006/relationships" id="259" r:id="R1117bdf852f5415f"/>
    <p:sldId xmlns:r="http://schemas.openxmlformats.org/officeDocument/2006/relationships" id="260" r:id="R97f735ada9e948f2"/>
    <p:sldId xmlns:r="http://schemas.openxmlformats.org/officeDocument/2006/relationships" id="261" r:id="R531ba8584fb648cf"/>
    <p:sldId xmlns:r="http://schemas.openxmlformats.org/officeDocument/2006/relationships" id="262" r:id="R76c61c036ff54e6f"/>
    <p:sldId xmlns:r="http://schemas.openxmlformats.org/officeDocument/2006/relationships" id="263" r:id="Rfee4bfad513e4cdc"/>
    <p:sldId xmlns:r="http://schemas.openxmlformats.org/officeDocument/2006/relationships" id="264" r:id="R5a67019d243e47dd"/>
    <p:sldId xmlns:r="http://schemas.openxmlformats.org/officeDocument/2006/relationships" id="265" r:id="R75405eb29bcf457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6b6b5fac2254fd8" /><Relationship Type="http://schemas.openxmlformats.org/officeDocument/2006/relationships/slideMaster" Target="/ppt/slideMasters/slideMaster1.xml" Id="Rbb78a793264047f1" /><Relationship Type="http://schemas.openxmlformats.org/officeDocument/2006/relationships/notesMaster" Target="/ppt/notesMasters/notesMaster1.xml" Id="R1bea2db6b75a4a42" /><Relationship Type="http://schemas.openxmlformats.org/officeDocument/2006/relationships/presProps" Target="/ppt/presProps.xml" Id="Rcde403eb15304fd7" /><Relationship Type="http://schemas.openxmlformats.org/officeDocument/2006/relationships/tableStyles" Target="/ppt/tableStyles.xml" Id="Rf36aac1ad12c4a57" /><Relationship Type="http://schemas.openxmlformats.org/officeDocument/2006/relationships/slide" Target="/ppt/slides/slide1.xml" Id="R992bf26123984652" /><Relationship Type="http://schemas.openxmlformats.org/officeDocument/2006/relationships/slide" Target="/ppt/slides/slide2.xml" Id="R644c039e0295487e" /><Relationship Type="http://schemas.openxmlformats.org/officeDocument/2006/relationships/slide" Target="/ppt/slides/slide3.xml" Id="Rf91145894c37460b" /><Relationship Type="http://schemas.openxmlformats.org/officeDocument/2006/relationships/slide" Target="/ppt/slides/slide4.xml" Id="R1117bdf852f5415f" /><Relationship Type="http://schemas.openxmlformats.org/officeDocument/2006/relationships/slide" Target="/ppt/slides/slide5.xml" Id="R97f735ada9e948f2" /><Relationship Type="http://schemas.openxmlformats.org/officeDocument/2006/relationships/slide" Target="/ppt/slides/slide6.xml" Id="R531ba8584fb648cf" /><Relationship Type="http://schemas.openxmlformats.org/officeDocument/2006/relationships/slide" Target="/ppt/slides/slide7.xml" Id="R76c61c036ff54e6f" /><Relationship Type="http://schemas.openxmlformats.org/officeDocument/2006/relationships/slide" Target="/ppt/slides/slide8.xml" Id="Rfee4bfad513e4cdc" /><Relationship Type="http://schemas.openxmlformats.org/officeDocument/2006/relationships/slide" Target="/ppt/slides/slide9.xml" Id="R5a67019d243e47dd" /><Relationship Type="http://schemas.openxmlformats.org/officeDocument/2006/relationships/slide" Target="/ppt/slides/slide10.xml" Id="R75405eb29bcf457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3ce030ef42d4c1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3e21b99314f4ccd" /><Relationship Type="http://schemas.openxmlformats.org/officeDocument/2006/relationships/notesMaster" Target="/ppt/notesMasters/notesMaster1.xml" Id="Reaec2cb3175e4af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5565bfb7d0b4e98" /><Relationship Type="http://schemas.openxmlformats.org/officeDocument/2006/relationships/notesMaster" Target="/ppt/notesMasters/notesMaster1.xml" Id="Ra80aa52c8a6f4f2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31c64e66d5c4c5d" /><Relationship Type="http://schemas.openxmlformats.org/officeDocument/2006/relationships/notesMaster" Target="/ppt/notesMasters/notesMaster1.xml" Id="R4bbeae7e82f44ec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c2f5e527d7a4190" /><Relationship Type="http://schemas.openxmlformats.org/officeDocument/2006/relationships/notesMaster" Target="/ppt/notesMasters/notesMaster1.xml" Id="Re8b4f9a0c3504d8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47bb96dc37043e5" /><Relationship Type="http://schemas.openxmlformats.org/officeDocument/2006/relationships/notesMaster" Target="/ppt/notesMasters/notesMaster1.xml" Id="Rc75783607a9f4bc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610106d664445ae" /><Relationship Type="http://schemas.openxmlformats.org/officeDocument/2006/relationships/notesMaster" Target="/ppt/notesMasters/notesMaster1.xml" Id="Rd5a7a8e5563a4d6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adb20acd7b34bf4" /><Relationship Type="http://schemas.openxmlformats.org/officeDocument/2006/relationships/notesMaster" Target="/ppt/notesMasters/notesMaster1.xml" Id="Rbc37876c5ac2478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016a02841ea42d5" /><Relationship Type="http://schemas.openxmlformats.org/officeDocument/2006/relationships/notesMaster" Target="/ppt/notesMasters/notesMaster1.xml" Id="Rb6b1139f8d1547c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6e80d2a063f4275" /><Relationship Type="http://schemas.openxmlformats.org/officeDocument/2006/relationships/notesMaster" Target="/ppt/notesMasters/notesMaster1.xml" Id="R21663cce5fa14da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a05fab7d209411c" /><Relationship Type="http://schemas.openxmlformats.org/officeDocument/2006/relationships/notesMaster" Target="/ppt/notesMasters/notesMaster1.xml" Id="Rddbd1b4dd3ff42f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b11dcadec9448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04cfab757e497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d324350e294f3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26d309bbb142c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64f06f63544ab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8243aa26e9418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2772D6A-1D2F-4051-A41B-B4A11C434CF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C72FE4D9-232B-4740-9E97-4CA5FAB886D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51474F1-7AF2-4F9B-8DD2-724BC617B31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888A4DA-B32E-4FAA-B6C3-86741AEE2D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449C4D7-EA7E-4CF1-BBF9-1FD488653FC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7E1C45E-FD05-4F13-9C97-0C05B05A0E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0F6C9B0-0471-4CA4-B9C1-8C9F423E96A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BFE4960-189A-4CA1-907F-E5795C7EA99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D8D727A-925E-4997-8BA6-90F55EB333F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CB69399-DE08-4792-97E1-2486584ED4E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2b48d94000d4ab6" /><Relationship Type="http://schemas.openxmlformats.org/officeDocument/2006/relationships/slideLayout" Target="/ppt/slideLayouts/slideLayout1.xml" Id="R59a6c253b137423a" /><Relationship Type="http://schemas.openxmlformats.org/officeDocument/2006/relationships/slideLayout" Target="/ppt/slideLayouts/slideLayout2.xml" Id="R0c93ccad0fed404f" /><Relationship Type="http://schemas.openxmlformats.org/officeDocument/2006/relationships/slideLayout" Target="/ppt/slideLayouts/slideLayout3.xml" Id="R997a7a2ffc704db5" /><Relationship Type="http://schemas.openxmlformats.org/officeDocument/2006/relationships/slideLayout" Target="/ppt/slideLayouts/slideLayout4.xml" Id="R11d55d84742a487f" /><Relationship Type="http://schemas.openxmlformats.org/officeDocument/2006/relationships/slideLayout" Target="/ppt/slideLayouts/slideLayout5.xml" Id="Rf2692240892a4e46" /><Relationship Type="http://schemas.openxmlformats.org/officeDocument/2006/relationships/slideLayout" Target="/ppt/slideLayouts/slideLayout6.xml" Id="Rd7c5240634cc4af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9a6c253b137423a"/>
    <p:sldLayoutId xmlns:r="http://schemas.openxmlformats.org/officeDocument/2006/relationships" id="2147483650" r:id="R0c93ccad0fed404f"/>
    <p:sldLayoutId xmlns:r="http://schemas.openxmlformats.org/officeDocument/2006/relationships" id="2147483651" r:id="R997a7a2ffc704db5"/>
    <p:sldLayoutId xmlns:r="http://schemas.openxmlformats.org/officeDocument/2006/relationships" id="2147483652" r:id="R11d55d84742a487f"/>
    <p:sldLayoutId xmlns:r="http://schemas.openxmlformats.org/officeDocument/2006/relationships" id="2147483653" r:id="Rf2692240892a4e46"/>
    <p:sldLayoutId xmlns:r="http://schemas.openxmlformats.org/officeDocument/2006/relationships" id="2147483654" r:id="Rd7c5240634cc4af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15a703e4d04775" /><Relationship Type="http://schemas.openxmlformats.org/officeDocument/2006/relationships/notesSlide" Target="/ppt/notesSlides/notesSlide1.xml" Id="R76e30befb6324a6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4ae6ce222a94b8f" /><Relationship Type="http://schemas.openxmlformats.org/officeDocument/2006/relationships/notesSlide" Target="/ppt/notesSlides/notesSlide2.xml" Id="Rb78d2103825c405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eee6bd1ac5143ec" /><Relationship Type="http://schemas.openxmlformats.org/officeDocument/2006/relationships/notesSlide" Target="/ppt/notesSlides/notesSlide3.xml" Id="Rff03bdc9259a402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9d379cb130e4a06" /><Relationship Type="http://schemas.openxmlformats.org/officeDocument/2006/relationships/notesSlide" Target="/ppt/notesSlides/notesSlide4.xml" Id="R8a56bce7fdfb476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6dedf7c5904072" /><Relationship Type="http://schemas.openxmlformats.org/officeDocument/2006/relationships/notesSlide" Target="/ppt/notesSlides/notesSlide5.xml" Id="Rdc3ad340f0fc4c3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72dd647a797456b" /><Relationship Type="http://schemas.openxmlformats.org/officeDocument/2006/relationships/notesSlide" Target="/ppt/notesSlides/notesSlide6.xml" Id="R85b49b32c8274c0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1a0f21dc084b06" /><Relationship Type="http://schemas.openxmlformats.org/officeDocument/2006/relationships/notesSlide" Target="/ppt/notesSlides/notesSlide7.xml" Id="Rc74a482399a74f4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875b747f1cd44d1" /><Relationship Type="http://schemas.openxmlformats.org/officeDocument/2006/relationships/notesSlide" Target="/ppt/notesSlides/notesSlide8.xml" Id="Rfde07ac032704de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976e76b0f0e418b" /><Relationship Type="http://schemas.openxmlformats.org/officeDocument/2006/relationships/notesSlide" Target="/ppt/notesSlides/notesSlide9.xml" Id="Rf0a510069bd9408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6dcb7379c7e4c56" /><Relationship Type="http://schemas.openxmlformats.org/officeDocument/2006/relationships/notesSlide" Target="/ppt/notesSlides/notesSlide10.xml" Id="R53c880c7bf4d486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202A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839F04-E08A-47CB-A13D-43B5BD69F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14400"/>
            <a:ext cx="762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B7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258946-C9C1-4FA2-B267-A46C777F2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762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70B7D5"/>
                </a:solidFill>
              </a:defRPr>
            </a:defPPr>
            <a:lvl1pPr>
              <a:defRPr sz="1200" b="1">
                <a:solidFill>
                  <a:srgbClr val="70B7D5"/>
                </a:solidFill>
              </a:defRPr>
            </a:lvl1pPr>
            <a:lvl2pPr>
              <a:defRPr sz="1200" b="1">
                <a:solidFill>
                  <a:srgbClr val="70B7D5"/>
                </a:solidFill>
              </a:defRPr>
            </a:lvl2pPr>
            <a:lvl3pPr>
              <a:defRPr sz="1200" b="1">
                <a:solidFill>
                  <a:srgbClr val="70B7D5"/>
                </a:solidFill>
              </a:defRPr>
            </a:lvl3pPr>
            <a:lvl4pPr>
              <a:defRPr sz="1200" b="1">
                <a:solidFill>
                  <a:srgbClr val="70B7D5"/>
                </a:solidFill>
              </a:defRPr>
            </a:lvl4pPr>
            <a:lvl5pPr>
              <a:defRPr sz="1200" b="1">
                <a:solidFill>
                  <a:srgbClr val="70B7D5"/>
                </a:solidFill>
              </a:defRPr>
            </a:lvl5pPr>
            <a:lvl6pPr>
              <a:defRPr sz="1200" b="1">
                <a:solidFill>
                  <a:srgbClr val="70B7D5"/>
                </a:solidFill>
              </a:defRPr>
            </a:lvl6pPr>
            <a:lvl7pPr>
              <a:defRPr sz="1200" b="1">
                <a:solidFill>
                  <a:srgbClr val="70B7D5"/>
                </a:solidFill>
              </a:defRPr>
            </a:lvl7pPr>
            <a:lvl8pPr>
              <a:defRPr sz="1200" b="1">
                <a:solidFill>
                  <a:srgbClr val="70B7D5"/>
                </a:solidFill>
              </a:defRPr>
            </a:lvl8pPr>
            <a:lvl9pPr>
              <a:defRPr sz="1200" b="1">
                <a:solidFill>
                  <a:srgbClr val="70B7D5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70B7D5"/>
                </a:solidFill>
              </a:defRPr>
            </a:pPr>
            <a:r>
              <a:rPr sz="1200" b="1">
                <a:solidFill>
                  <a:srgbClr val="70B7D5"/>
                </a:solidFill>
              </a:rPr>
              <a:t>SQL SPA TOOLS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623BA7-2BA0-451A-8FA4-D30E7BB85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428750"/>
            <a:ext cx="9810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FFFFFF"/>
                </a:solidFill>
              </a:defRPr>
            </a:defPPr>
            <a:lvl1pPr>
              <a:defRPr sz="3600" b="1">
                <a:solidFill>
                  <a:srgbClr val="FFFFFF"/>
                </a:solidFill>
              </a:defRPr>
            </a:lvl1pPr>
            <a:lvl2pPr>
              <a:defRPr sz="3600" b="1">
                <a:solidFill>
                  <a:srgbClr val="FFFFFF"/>
                </a:solidFill>
              </a:defRPr>
            </a:lvl2pPr>
            <a:lvl3pPr>
              <a:defRPr sz="3600" b="1">
                <a:solidFill>
                  <a:srgbClr val="FFFFFF"/>
                </a:solidFill>
              </a:defRPr>
            </a:lvl3pPr>
            <a:lvl4pPr>
              <a:defRPr sz="3600" b="1">
                <a:solidFill>
                  <a:srgbClr val="FFFFFF"/>
                </a:solidFill>
              </a:defRPr>
            </a:lvl4pPr>
            <a:lvl5pPr>
              <a:defRPr sz="3600" b="1">
                <a:solidFill>
                  <a:srgbClr val="FFFFFF"/>
                </a:solidFill>
              </a:defRPr>
            </a:lvl5pPr>
            <a:lvl6pPr>
              <a:defRPr sz="3600" b="1">
                <a:solidFill>
                  <a:srgbClr val="FFFFFF"/>
                </a:solidFill>
              </a:defRPr>
            </a:lvl6pPr>
            <a:lvl7pPr>
              <a:defRPr sz="3600" b="1">
                <a:solidFill>
                  <a:srgbClr val="FFFFFF"/>
                </a:solidFill>
              </a:defRPr>
            </a:lvl7pPr>
            <a:lvl8pPr>
              <a:defRPr sz="3600" b="1">
                <a:solidFill>
                  <a:srgbClr val="FFFFFF"/>
                </a:solidFill>
              </a:defRPr>
            </a:lvl8pPr>
            <a:lvl9pPr>
              <a:defRPr sz="360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用 M365 Copilot 支援</a:t>
            </a:r>
          </a:p>
          <a:p xmlns:a="http://schemas.openxmlformats.org/drawingml/2006/main">
            <a:pPr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風險 SQL 變更覆核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328FFF-8210-4FE4-AC45-9176B3265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333750"/>
            <a:ext cx="8858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F7FAFC"/>
                </a:solidFill>
              </a:defRPr>
            </a:defPPr>
            <a:lvl1pPr>
              <a:defRPr sz="1875" b="0">
                <a:solidFill>
                  <a:srgbClr val="F7FAFC"/>
                </a:solidFill>
              </a:defRPr>
            </a:lvl1pPr>
            <a:lvl2pPr>
              <a:defRPr sz="1875" b="0">
                <a:solidFill>
                  <a:srgbClr val="F7FAFC"/>
                </a:solidFill>
              </a:defRPr>
            </a:lvl2pPr>
            <a:lvl3pPr>
              <a:defRPr sz="1875" b="0">
                <a:solidFill>
                  <a:srgbClr val="F7FAFC"/>
                </a:solidFill>
              </a:defRPr>
            </a:lvl3pPr>
            <a:lvl4pPr>
              <a:defRPr sz="1875" b="0">
                <a:solidFill>
                  <a:srgbClr val="F7FAFC"/>
                </a:solidFill>
              </a:defRPr>
            </a:lvl4pPr>
            <a:lvl5pPr>
              <a:defRPr sz="1875" b="0">
                <a:solidFill>
                  <a:srgbClr val="F7FAFC"/>
                </a:solidFill>
              </a:defRPr>
            </a:lvl5pPr>
            <a:lvl6pPr>
              <a:defRPr sz="1875" b="0">
                <a:solidFill>
                  <a:srgbClr val="F7FAFC"/>
                </a:solidFill>
              </a:defRPr>
            </a:lvl6pPr>
            <a:lvl7pPr>
              <a:defRPr sz="1875" b="0">
                <a:solidFill>
                  <a:srgbClr val="F7FAFC"/>
                </a:solidFill>
              </a:defRPr>
            </a:lvl7pPr>
            <a:lvl8pPr>
              <a:defRPr sz="1875" b="0">
                <a:solidFill>
                  <a:srgbClr val="F7FAFC"/>
                </a:solidFill>
              </a:defRPr>
            </a:lvl8pPr>
            <a:lvl9pPr>
              <a:defRPr sz="1875" b="0">
                <a:solidFill>
                  <a:srgbClr val="F7FAFC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F7FAFC"/>
                </a:solidFill>
              </a:defRPr>
            </a:pPr>
            <a:r>
              <a:rPr sz="1875" b="0">
                <a:solidFill>
                  <a:srgbClr val="F7FAFC"/>
                </a:solidFill>
              </a:rPr>
              <a:t>以本機欄位血緣追蹤風險分群及報表影響，Copilot 協助整理覆核摘要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A7CC3B-2DEF-4A54-92EE-8FC1D8D76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76750"/>
            <a:ext cx="838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097F04-AEBC-4496-83F2-7CE51D4D5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762500"/>
            <a:ext cx="762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F7FAFC"/>
                </a:solidFill>
              </a:defRPr>
            </a:defPPr>
            <a:lvl1pPr>
              <a:defRPr sz="1200" b="0">
                <a:solidFill>
                  <a:srgbClr val="F7FAFC"/>
                </a:solidFill>
              </a:defRPr>
            </a:lvl1pPr>
            <a:lvl2pPr>
              <a:defRPr sz="1200" b="0">
                <a:solidFill>
                  <a:srgbClr val="F7FAFC"/>
                </a:solidFill>
              </a:defRPr>
            </a:lvl2pPr>
            <a:lvl3pPr>
              <a:defRPr sz="1200" b="0">
                <a:solidFill>
                  <a:srgbClr val="F7FAFC"/>
                </a:solidFill>
              </a:defRPr>
            </a:lvl3pPr>
            <a:lvl4pPr>
              <a:defRPr sz="1200" b="0">
                <a:solidFill>
                  <a:srgbClr val="F7FAFC"/>
                </a:solidFill>
              </a:defRPr>
            </a:lvl4pPr>
            <a:lvl5pPr>
              <a:defRPr sz="1200" b="0">
                <a:solidFill>
                  <a:srgbClr val="F7FAFC"/>
                </a:solidFill>
              </a:defRPr>
            </a:lvl5pPr>
            <a:lvl6pPr>
              <a:defRPr sz="1200" b="0">
                <a:solidFill>
                  <a:srgbClr val="F7FAFC"/>
                </a:solidFill>
              </a:defRPr>
            </a:lvl6pPr>
            <a:lvl7pPr>
              <a:defRPr sz="1200" b="0">
                <a:solidFill>
                  <a:srgbClr val="F7FAFC"/>
                </a:solidFill>
              </a:defRPr>
            </a:lvl7pPr>
            <a:lvl8pPr>
              <a:defRPr sz="1200" b="0">
                <a:solidFill>
                  <a:srgbClr val="F7FAFC"/>
                </a:solidFill>
              </a:defRPr>
            </a:lvl8pPr>
            <a:lvl9pPr>
              <a:defRPr sz="1200" b="0">
                <a:solidFill>
                  <a:srgbClr val="F7FAFC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鎖頭銀行風險管理部 Dunk  |  2026.10.22—12.24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D5425D-5DDA-459D-A3E3-04BC2657F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20065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70B7D5"/>
                </a:solidFill>
              </a:defRPr>
            </a:defPPr>
            <a:lvl1pPr>
              <a:defRPr sz="1200" b="1">
                <a:solidFill>
                  <a:srgbClr val="70B7D5"/>
                </a:solidFill>
              </a:defRPr>
            </a:lvl1pPr>
            <a:lvl2pPr>
              <a:defRPr sz="1200" b="1">
                <a:solidFill>
                  <a:srgbClr val="70B7D5"/>
                </a:solidFill>
              </a:defRPr>
            </a:lvl2pPr>
            <a:lvl3pPr>
              <a:defRPr sz="1200" b="1">
                <a:solidFill>
                  <a:srgbClr val="70B7D5"/>
                </a:solidFill>
              </a:defRPr>
            </a:lvl3pPr>
            <a:lvl4pPr>
              <a:defRPr sz="1200" b="1">
                <a:solidFill>
                  <a:srgbClr val="70B7D5"/>
                </a:solidFill>
              </a:defRPr>
            </a:lvl4pPr>
            <a:lvl5pPr>
              <a:defRPr sz="1200" b="1">
                <a:solidFill>
                  <a:srgbClr val="70B7D5"/>
                </a:solidFill>
              </a:defRPr>
            </a:lvl5pPr>
            <a:lvl6pPr>
              <a:defRPr sz="1200" b="1">
                <a:solidFill>
                  <a:srgbClr val="70B7D5"/>
                </a:solidFill>
              </a:defRPr>
            </a:lvl6pPr>
            <a:lvl7pPr>
              <a:defRPr sz="1200" b="1">
                <a:solidFill>
                  <a:srgbClr val="70B7D5"/>
                </a:solidFill>
              </a:defRPr>
            </a:lvl7pPr>
            <a:lvl8pPr>
              <a:defRPr sz="1200" b="1">
                <a:solidFill>
                  <a:srgbClr val="70B7D5"/>
                </a:solidFill>
              </a:defRPr>
            </a:lvl8pPr>
            <a:lvl9pPr>
              <a:defRPr sz="1200" b="1">
                <a:solidFill>
                  <a:srgbClr val="70B7D5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70B7D5"/>
                </a:solidFill>
              </a:defRPr>
            </a:pPr>
            <a:r>
              <a:rPr sz="1200" b="1">
                <a:solidFill>
                  <a:srgbClr val="70B7D5"/>
                </a:solidFill>
              </a:rPr>
              <a:t>原型範圍：合成資料、使用者確認、風險管理覆核者覆核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B0A8B6-15C8-41B1-84E4-1EA7DE7DD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21030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F7FAFC"/>
                </a:solidFill>
              </a:defRPr>
            </a:defPPr>
            <a:lvl1pPr>
              <a:defRPr sz="1050" b="0">
                <a:solidFill>
                  <a:srgbClr val="F7FAFC"/>
                </a:solidFill>
              </a:defRPr>
            </a:lvl1pPr>
            <a:lvl2pPr>
              <a:defRPr sz="1050" b="0">
                <a:solidFill>
                  <a:srgbClr val="F7FAFC"/>
                </a:solidFill>
              </a:defRPr>
            </a:lvl2pPr>
            <a:lvl3pPr>
              <a:defRPr sz="1050" b="0">
                <a:solidFill>
                  <a:srgbClr val="F7FAFC"/>
                </a:solidFill>
              </a:defRPr>
            </a:lvl3pPr>
            <a:lvl4pPr>
              <a:defRPr sz="1050" b="0">
                <a:solidFill>
                  <a:srgbClr val="F7FAFC"/>
                </a:solidFill>
              </a:defRPr>
            </a:lvl4pPr>
            <a:lvl5pPr>
              <a:defRPr sz="1050" b="0">
                <a:solidFill>
                  <a:srgbClr val="F7FAFC"/>
                </a:solidFill>
              </a:defRPr>
            </a:lvl5pPr>
            <a:lvl6pPr>
              <a:defRPr sz="1050" b="0">
                <a:solidFill>
                  <a:srgbClr val="F7FAFC"/>
                </a:solidFill>
              </a:defRPr>
            </a:lvl6pPr>
            <a:lvl7pPr>
              <a:defRPr sz="1050" b="0">
                <a:solidFill>
                  <a:srgbClr val="F7FAFC"/>
                </a:solidFill>
              </a:defRPr>
            </a:lvl7pPr>
            <a:lvl8pPr>
              <a:defRPr sz="1050" b="0">
                <a:solidFill>
                  <a:srgbClr val="F7FAFC"/>
                </a:solidFill>
              </a:defRPr>
            </a:lvl8pPr>
            <a:lvl9pPr>
              <a:defRPr sz="1050" b="0">
                <a:solidFill>
                  <a:srgbClr val="F7FAFC"/>
                </a:solidFill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F7FAFC"/>
                </a:solidFill>
              </a:defRPr>
            </a:pPr>
            <a:r>
              <a:rPr sz="1050" b="0">
                <a:solidFill>
                  <a:srgbClr val="F7FAFC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348927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95EAD64-A932-4B62-99C7-52649F8E1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202A33"/>
                </a:solidFill>
              </a:defRPr>
            </a:defPPr>
            <a:lvl1pPr>
              <a:defRPr sz="1125" b="1">
                <a:solidFill>
                  <a:srgbClr val="202A33"/>
                </a:solidFill>
              </a:defRPr>
            </a:lvl1pPr>
            <a:lvl2pPr>
              <a:defRPr sz="1125" b="1">
                <a:solidFill>
                  <a:srgbClr val="202A33"/>
                </a:solidFill>
              </a:defRPr>
            </a:lvl2pPr>
            <a:lvl3pPr>
              <a:defRPr sz="1125" b="1">
                <a:solidFill>
                  <a:srgbClr val="202A33"/>
                </a:solidFill>
              </a:defRPr>
            </a:lvl3pPr>
            <a:lvl4pPr>
              <a:defRPr sz="1125" b="1">
                <a:solidFill>
                  <a:srgbClr val="202A33"/>
                </a:solidFill>
              </a:defRPr>
            </a:lvl4pPr>
            <a:lvl5pPr>
              <a:defRPr sz="1125" b="1">
                <a:solidFill>
                  <a:srgbClr val="202A33"/>
                </a:solidFill>
              </a:defRPr>
            </a:lvl5pPr>
            <a:lvl6pPr>
              <a:defRPr sz="1125" b="1">
                <a:solidFill>
                  <a:srgbClr val="202A33"/>
                </a:solidFill>
              </a:defRPr>
            </a:lvl6pPr>
            <a:lvl7pPr>
              <a:defRPr sz="1125" b="1">
                <a:solidFill>
                  <a:srgbClr val="202A33"/>
                </a:solidFill>
              </a:defRPr>
            </a:lvl7pPr>
            <a:lvl8pPr>
              <a:defRPr sz="1125" b="1">
                <a:solidFill>
                  <a:srgbClr val="202A33"/>
                </a:solidFill>
              </a:defRPr>
            </a:lvl8pPr>
            <a:lvl9pPr>
              <a:defRPr sz="1125" b="1">
                <a:solidFill>
                  <a:srgbClr val="202A33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202A33"/>
                </a:solidFill>
              </a:defRPr>
            </a:pPr>
            <a:r>
              <a:rPr sz="1125" b="1">
                <a:solidFill>
                  <a:srgbClr val="202A33"/>
                </a:solidFill>
              </a:rPr>
              <a:t>SQL SPA TOOLS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2884C5-F7AF-48D3-A2A3-54877D8FF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11087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202A33"/>
                </a:solidFill>
              </a:defRPr>
            </a:defPPr>
            <a:lvl1pPr>
              <a:defRPr sz="2850" b="1">
                <a:solidFill>
                  <a:srgbClr val="202A33"/>
                </a:solidFill>
              </a:defRPr>
            </a:lvl1pPr>
            <a:lvl2pPr>
              <a:defRPr sz="2850" b="1">
                <a:solidFill>
                  <a:srgbClr val="202A33"/>
                </a:solidFill>
              </a:defRPr>
            </a:lvl2pPr>
            <a:lvl3pPr>
              <a:defRPr sz="2850" b="1">
                <a:solidFill>
                  <a:srgbClr val="202A33"/>
                </a:solidFill>
              </a:defRPr>
            </a:lvl3pPr>
            <a:lvl4pPr>
              <a:defRPr sz="2850" b="1">
                <a:solidFill>
                  <a:srgbClr val="202A33"/>
                </a:solidFill>
              </a:defRPr>
            </a:lvl4pPr>
            <a:lvl5pPr>
              <a:defRPr sz="2850" b="1">
                <a:solidFill>
                  <a:srgbClr val="202A33"/>
                </a:solidFill>
              </a:defRPr>
            </a:lvl5pPr>
            <a:lvl6pPr>
              <a:defRPr sz="2850" b="1">
                <a:solidFill>
                  <a:srgbClr val="202A33"/>
                </a:solidFill>
              </a:defRPr>
            </a:lvl6pPr>
            <a:lvl7pPr>
              <a:defRPr sz="2850" b="1">
                <a:solidFill>
                  <a:srgbClr val="202A33"/>
                </a:solidFill>
              </a:defRPr>
            </a:lvl7pPr>
            <a:lvl8pPr>
              <a:defRPr sz="2850" b="1">
                <a:solidFill>
                  <a:srgbClr val="202A33"/>
                </a:solidFill>
              </a:defRPr>
            </a:lvl8pPr>
            <a:lvl9pPr>
              <a:defRPr sz="2850" b="1">
                <a:solidFill>
                  <a:srgbClr val="202A33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202A33"/>
                </a:solidFill>
              </a:defRPr>
            </a:pPr>
            <a:r>
              <a:rPr sz="2850" b="1">
                <a:solidFill>
                  <a:srgbClr val="202A33"/>
                </a:solidFill>
              </a:rPr>
              <a:t>風險 SQL 變更影響需要清楚且可回查的證據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FD6B4C-16E5-489C-AB3E-F1C5AD097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23975"/>
            <a:ext cx="11087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B7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184F80-7153-4F26-9FAA-481D377C6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108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59656E"/>
                </a:solidFill>
              </a:defRPr>
            </a:defPPr>
            <a:lvl1pPr>
              <a:defRPr sz="900" b="0">
                <a:solidFill>
                  <a:srgbClr val="59656E"/>
                </a:solidFill>
              </a:defRPr>
            </a:lvl1pPr>
            <a:lvl2pPr>
              <a:defRPr sz="900" b="0">
                <a:solidFill>
                  <a:srgbClr val="59656E"/>
                </a:solidFill>
              </a:defRPr>
            </a:lvl2pPr>
            <a:lvl3pPr>
              <a:defRPr sz="900" b="0">
                <a:solidFill>
                  <a:srgbClr val="59656E"/>
                </a:solidFill>
              </a:defRPr>
            </a:lvl3pPr>
            <a:lvl4pPr>
              <a:defRPr sz="900" b="0">
                <a:solidFill>
                  <a:srgbClr val="59656E"/>
                </a:solidFill>
              </a:defRPr>
            </a:lvl4pPr>
            <a:lvl5pPr>
              <a:defRPr sz="900" b="0">
                <a:solidFill>
                  <a:srgbClr val="59656E"/>
                </a:solidFill>
              </a:defRPr>
            </a:lvl5pPr>
            <a:lvl6pPr>
              <a:defRPr sz="900" b="0">
                <a:solidFill>
                  <a:srgbClr val="59656E"/>
                </a:solidFill>
              </a:defRPr>
            </a:lvl6pPr>
            <a:lvl7pPr>
              <a:defRPr sz="900" b="0">
                <a:solidFill>
                  <a:srgbClr val="59656E"/>
                </a:solidFill>
              </a:defRPr>
            </a:lvl7pPr>
            <a:lvl8pPr>
              <a:defRPr sz="900" b="0">
                <a:solidFill>
                  <a:srgbClr val="59656E"/>
                </a:solidFill>
              </a:defRPr>
            </a:lvl8pPr>
            <a:lvl9pPr>
              <a:defRPr sz="900" b="0">
                <a:solidFill>
                  <a:srgbClr val="59656E"/>
                </a:solidFill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59656E"/>
                </a:solidFill>
              </a:defRPr>
            </a:pPr>
            <a:r>
              <a:rPr sz="900" b="0">
                <a:solidFill>
                  <a:srgbClr val="59656E"/>
                </a:solidFill>
              </a:rPr>
              <a:t>鎖頭銀行 M365 COPILOT 黑客松  •  2026.10  |  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4F91FF-3C23-4D12-B2B2-08ABE5351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19250"/>
            <a:ext cx="1047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25323C"/>
                </a:solidFill>
              </a:defRPr>
            </a:defPPr>
            <a:lvl1pPr>
              <a:defRPr sz="1950" b="1">
                <a:solidFill>
                  <a:srgbClr val="25323C"/>
                </a:solidFill>
              </a:defRPr>
            </a:lvl1pPr>
            <a:lvl2pPr>
              <a:defRPr sz="1950" b="1">
                <a:solidFill>
                  <a:srgbClr val="25323C"/>
                </a:solidFill>
              </a:defRPr>
            </a:lvl2pPr>
            <a:lvl3pPr>
              <a:defRPr sz="1950" b="1">
                <a:solidFill>
                  <a:srgbClr val="25323C"/>
                </a:solidFill>
              </a:defRPr>
            </a:lvl3pPr>
            <a:lvl4pPr>
              <a:defRPr sz="1950" b="1">
                <a:solidFill>
                  <a:srgbClr val="25323C"/>
                </a:solidFill>
              </a:defRPr>
            </a:lvl4pPr>
            <a:lvl5pPr>
              <a:defRPr sz="1950" b="1">
                <a:solidFill>
                  <a:srgbClr val="25323C"/>
                </a:solidFill>
              </a:defRPr>
            </a:lvl5pPr>
            <a:lvl6pPr>
              <a:defRPr sz="1950" b="1">
                <a:solidFill>
                  <a:srgbClr val="25323C"/>
                </a:solidFill>
              </a:defRPr>
            </a:lvl6pPr>
            <a:lvl7pPr>
              <a:defRPr sz="1950" b="1">
                <a:solidFill>
                  <a:srgbClr val="25323C"/>
                </a:solidFill>
              </a:defRPr>
            </a:lvl7pPr>
            <a:lvl8pPr>
              <a:defRPr sz="1950" b="1">
                <a:solidFill>
                  <a:srgbClr val="25323C"/>
                </a:solidFill>
              </a:defRPr>
            </a:lvl8pPr>
            <a:lvl9pPr>
              <a:defRPr sz="1950" b="1">
                <a:solidFill>
                  <a:srgbClr val="25323C"/>
                </a:solidFill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25323C"/>
                </a:solidFill>
              </a:defRPr>
            </a:pPr>
            <a:r>
              <a:rPr sz="1950" b="1">
                <a:solidFill>
                  <a:srgbClr val="25323C"/>
                </a:solidFill>
              </a:rPr>
              <a:t>風險管理覆核者需要看懂欄位變更如何連到風險分群與報表。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F1FFA7-F341-44F4-AB59-8420BB5AD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95550"/>
            <a:ext cx="57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B7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92AEFF-5136-43E3-8930-46DDE3C50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81250"/>
            <a:ext cx="1695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定位變更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897065-6090-41CF-8CAC-F50151EE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57500"/>
            <a:ext cx="1771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9656E"/>
                </a:solidFill>
              </a:defRPr>
            </a:defPPr>
            <a:lvl1pPr>
              <a:defRPr sz="1350" b="0">
                <a:solidFill>
                  <a:srgbClr val="59656E"/>
                </a:solidFill>
              </a:defRPr>
            </a:lvl1pPr>
            <a:lvl2pPr>
              <a:defRPr sz="1350" b="0">
                <a:solidFill>
                  <a:srgbClr val="59656E"/>
                </a:solidFill>
              </a:defRPr>
            </a:lvl2pPr>
            <a:lvl3pPr>
              <a:defRPr sz="1350" b="0">
                <a:solidFill>
                  <a:srgbClr val="59656E"/>
                </a:solidFill>
              </a:defRPr>
            </a:lvl3pPr>
            <a:lvl4pPr>
              <a:defRPr sz="1350" b="0">
                <a:solidFill>
                  <a:srgbClr val="59656E"/>
                </a:solidFill>
              </a:defRPr>
            </a:lvl4pPr>
            <a:lvl5pPr>
              <a:defRPr sz="1350" b="0">
                <a:solidFill>
                  <a:srgbClr val="59656E"/>
                </a:solidFill>
              </a:defRPr>
            </a:lvl5pPr>
            <a:lvl6pPr>
              <a:defRPr sz="1350" b="0">
                <a:solidFill>
                  <a:srgbClr val="59656E"/>
                </a:solidFill>
              </a:defRPr>
            </a:lvl6pPr>
            <a:lvl7pPr>
              <a:defRPr sz="1350" b="0">
                <a:solidFill>
                  <a:srgbClr val="59656E"/>
                </a:solidFill>
              </a:defRPr>
            </a:lvl7pPr>
            <a:lvl8pPr>
              <a:defRPr sz="1350" b="0">
                <a:solidFill>
                  <a:srgbClr val="59656E"/>
                </a:solidFill>
              </a:defRPr>
            </a:lvl8pPr>
            <a:lvl9pPr>
              <a:defRPr sz="1350" b="0">
                <a:solidFill>
                  <a:srgbClr val="59656E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9656E"/>
                </a:solidFill>
              </a:defRPr>
            </a:pPr>
            <a:r>
              <a:rPr sz="1350" b="0">
                <a:solidFill>
                  <a:srgbClr val="59656E"/>
                </a:solidFill>
              </a:rPr>
              <a:t>前後版本</a:t>
            </a:r>
          </a:p>
          <a:p xmlns:a="http://schemas.openxmlformats.org/drawingml/2006/main">
            <a:pPr>
              <a:defRPr sz="1350" b="0">
                <a:solidFill>
                  <a:srgbClr val="59656E"/>
                </a:solidFill>
              </a:defRPr>
            </a:pPr>
            <a:r>
              <a:rPr sz="1350" b="0">
                <a:solidFill>
                  <a:srgbClr val="59656E"/>
                </a:solidFill>
              </a:rPr>
              <a:t>差異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A57935-979C-469E-8710-AE0F6F4D0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2590800"/>
            <a:ext cx="438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365A69"/>
                </a:solidFill>
              </a:defRPr>
            </a:defPPr>
            <a:lvl1pPr>
              <a:defRPr sz="2100" b="1">
                <a:solidFill>
                  <a:srgbClr val="365A69"/>
                </a:solidFill>
              </a:defRPr>
            </a:lvl1pPr>
            <a:lvl2pPr>
              <a:defRPr sz="2100" b="1">
                <a:solidFill>
                  <a:srgbClr val="365A69"/>
                </a:solidFill>
              </a:defRPr>
            </a:lvl2pPr>
            <a:lvl3pPr>
              <a:defRPr sz="2100" b="1">
                <a:solidFill>
                  <a:srgbClr val="365A69"/>
                </a:solidFill>
              </a:defRPr>
            </a:lvl3pPr>
            <a:lvl4pPr>
              <a:defRPr sz="2100" b="1">
                <a:solidFill>
                  <a:srgbClr val="365A69"/>
                </a:solidFill>
              </a:defRPr>
            </a:lvl4pPr>
            <a:lvl5pPr>
              <a:defRPr sz="2100" b="1">
                <a:solidFill>
                  <a:srgbClr val="365A69"/>
                </a:solidFill>
              </a:defRPr>
            </a:lvl5pPr>
            <a:lvl6pPr>
              <a:defRPr sz="2100" b="1">
                <a:solidFill>
                  <a:srgbClr val="365A69"/>
                </a:solidFill>
              </a:defRPr>
            </a:lvl6pPr>
            <a:lvl7pPr>
              <a:defRPr sz="2100" b="1">
                <a:solidFill>
                  <a:srgbClr val="365A69"/>
                </a:solidFill>
              </a:defRPr>
            </a:lvl7pPr>
            <a:lvl8pPr>
              <a:defRPr sz="2100" b="1">
                <a:solidFill>
                  <a:srgbClr val="365A69"/>
                </a:solidFill>
              </a:defRPr>
            </a:lvl8pPr>
            <a:lvl9pPr>
              <a:defRPr sz="2100" b="1">
                <a:solidFill>
                  <a:srgbClr val="365A69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365A69"/>
                </a:solidFill>
              </a:defRPr>
            </a:pPr>
            <a:r>
              <a:rPr sz="2100" b="1">
                <a:solidFill>
                  <a:srgbClr val="365A69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985FDF-5CEB-4E11-962F-E65C32094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95550"/>
            <a:ext cx="57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B7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A62C33-CA2C-4162-B71E-107A44314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381250"/>
            <a:ext cx="1695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搜尋腳本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106F04-7853-46D4-B6D0-A407405BB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857500"/>
            <a:ext cx="1771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9656E"/>
                </a:solidFill>
              </a:defRPr>
            </a:defPPr>
            <a:lvl1pPr>
              <a:defRPr sz="1350" b="0">
                <a:solidFill>
                  <a:srgbClr val="59656E"/>
                </a:solidFill>
              </a:defRPr>
            </a:lvl1pPr>
            <a:lvl2pPr>
              <a:defRPr sz="1350" b="0">
                <a:solidFill>
                  <a:srgbClr val="59656E"/>
                </a:solidFill>
              </a:defRPr>
            </a:lvl2pPr>
            <a:lvl3pPr>
              <a:defRPr sz="1350" b="0">
                <a:solidFill>
                  <a:srgbClr val="59656E"/>
                </a:solidFill>
              </a:defRPr>
            </a:lvl3pPr>
            <a:lvl4pPr>
              <a:defRPr sz="1350" b="0">
                <a:solidFill>
                  <a:srgbClr val="59656E"/>
                </a:solidFill>
              </a:defRPr>
            </a:lvl4pPr>
            <a:lvl5pPr>
              <a:defRPr sz="1350" b="0">
                <a:solidFill>
                  <a:srgbClr val="59656E"/>
                </a:solidFill>
              </a:defRPr>
            </a:lvl5pPr>
            <a:lvl6pPr>
              <a:defRPr sz="1350" b="0">
                <a:solidFill>
                  <a:srgbClr val="59656E"/>
                </a:solidFill>
              </a:defRPr>
            </a:lvl6pPr>
            <a:lvl7pPr>
              <a:defRPr sz="1350" b="0">
                <a:solidFill>
                  <a:srgbClr val="59656E"/>
                </a:solidFill>
              </a:defRPr>
            </a:lvl7pPr>
            <a:lvl8pPr>
              <a:defRPr sz="1350" b="0">
                <a:solidFill>
                  <a:srgbClr val="59656E"/>
                </a:solidFill>
              </a:defRPr>
            </a:lvl8pPr>
            <a:lvl9pPr>
              <a:defRPr sz="1350" b="0">
                <a:solidFill>
                  <a:srgbClr val="59656E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9656E"/>
                </a:solidFill>
              </a:defRPr>
            </a:pPr>
            <a:r>
              <a:rPr sz="1350" b="0">
                <a:solidFill>
                  <a:srgbClr val="59656E"/>
                </a:solidFill>
              </a:rPr>
              <a:t>跨檔案</a:t>
            </a:r>
          </a:p>
          <a:p xmlns:a="http://schemas.openxmlformats.org/drawingml/2006/main">
            <a:pPr>
              <a:defRPr sz="1350" b="0">
                <a:solidFill>
                  <a:srgbClr val="59656E"/>
                </a:solidFill>
              </a:defRPr>
            </a:pPr>
            <a:r>
              <a:rPr sz="1350" b="0">
                <a:solidFill>
                  <a:srgbClr val="59656E"/>
                </a:solidFill>
              </a:rPr>
              <a:t>找引用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923E1A-2A5A-40FA-B1B8-2F5368641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2590800"/>
            <a:ext cx="438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365A69"/>
                </a:solidFill>
              </a:defRPr>
            </a:defPPr>
            <a:lvl1pPr>
              <a:defRPr sz="2100" b="1">
                <a:solidFill>
                  <a:srgbClr val="365A69"/>
                </a:solidFill>
              </a:defRPr>
            </a:lvl1pPr>
            <a:lvl2pPr>
              <a:defRPr sz="2100" b="1">
                <a:solidFill>
                  <a:srgbClr val="365A69"/>
                </a:solidFill>
              </a:defRPr>
            </a:lvl2pPr>
            <a:lvl3pPr>
              <a:defRPr sz="2100" b="1">
                <a:solidFill>
                  <a:srgbClr val="365A69"/>
                </a:solidFill>
              </a:defRPr>
            </a:lvl3pPr>
            <a:lvl4pPr>
              <a:defRPr sz="2100" b="1">
                <a:solidFill>
                  <a:srgbClr val="365A69"/>
                </a:solidFill>
              </a:defRPr>
            </a:lvl4pPr>
            <a:lvl5pPr>
              <a:defRPr sz="2100" b="1">
                <a:solidFill>
                  <a:srgbClr val="365A69"/>
                </a:solidFill>
              </a:defRPr>
            </a:lvl5pPr>
            <a:lvl6pPr>
              <a:defRPr sz="2100" b="1">
                <a:solidFill>
                  <a:srgbClr val="365A69"/>
                </a:solidFill>
              </a:defRPr>
            </a:lvl6pPr>
            <a:lvl7pPr>
              <a:defRPr sz="2100" b="1">
                <a:solidFill>
                  <a:srgbClr val="365A69"/>
                </a:solidFill>
              </a:defRPr>
            </a:lvl7pPr>
            <a:lvl8pPr>
              <a:defRPr sz="2100" b="1">
                <a:solidFill>
                  <a:srgbClr val="365A69"/>
                </a:solidFill>
              </a:defRPr>
            </a:lvl8pPr>
            <a:lvl9pPr>
              <a:defRPr sz="2100" b="1">
                <a:solidFill>
                  <a:srgbClr val="365A69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365A69"/>
                </a:solidFill>
              </a:defRPr>
            </a:pPr>
            <a:r>
              <a:rPr sz="2100" b="1">
                <a:solidFill>
                  <a:srgbClr val="365A69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D7BFA3-9206-4A33-8D96-95FC2E2B2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495550"/>
            <a:ext cx="57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B7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C3E204-2E3B-4A2C-8766-0A5DAF8BD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381250"/>
            <a:ext cx="1695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追蹤欄位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31245C-1AA6-4970-A3B6-643DEF482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857500"/>
            <a:ext cx="1771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9656E"/>
                </a:solidFill>
              </a:defRPr>
            </a:defPPr>
            <a:lvl1pPr>
              <a:defRPr sz="1350" b="0">
                <a:solidFill>
                  <a:srgbClr val="59656E"/>
                </a:solidFill>
              </a:defRPr>
            </a:lvl1pPr>
            <a:lvl2pPr>
              <a:defRPr sz="1350" b="0">
                <a:solidFill>
                  <a:srgbClr val="59656E"/>
                </a:solidFill>
              </a:defRPr>
            </a:lvl2pPr>
            <a:lvl3pPr>
              <a:defRPr sz="1350" b="0">
                <a:solidFill>
                  <a:srgbClr val="59656E"/>
                </a:solidFill>
              </a:defRPr>
            </a:lvl3pPr>
            <a:lvl4pPr>
              <a:defRPr sz="1350" b="0">
                <a:solidFill>
                  <a:srgbClr val="59656E"/>
                </a:solidFill>
              </a:defRPr>
            </a:lvl4pPr>
            <a:lvl5pPr>
              <a:defRPr sz="1350" b="0">
                <a:solidFill>
                  <a:srgbClr val="59656E"/>
                </a:solidFill>
              </a:defRPr>
            </a:lvl5pPr>
            <a:lvl6pPr>
              <a:defRPr sz="1350" b="0">
                <a:solidFill>
                  <a:srgbClr val="59656E"/>
                </a:solidFill>
              </a:defRPr>
            </a:lvl6pPr>
            <a:lvl7pPr>
              <a:defRPr sz="1350" b="0">
                <a:solidFill>
                  <a:srgbClr val="59656E"/>
                </a:solidFill>
              </a:defRPr>
            </a:lvl7pPr>
            <a:lvl8pPr>
              <a:defRPr sz="1350" b="0">
                <a:solidFill>
                  <a:srgbClr val="59656E"/>
                </a:solidFill>
              </a:defRPr>
            </a:lvl8pPr>
            <a:lvl9pPr>
              <a:defRPr sz="1350" b="0">
                <a:solidFill>
                  <a:srgbClr val="59656E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9656E"/>
                </a:solidFill>
              </a:defRPr>
            </a:pPr>
            <a:r>
              <a:rPr sz="1350" b="0">
                <a:solidFill>
                  <a:srgbClr val="59656E"/>
                </a:solidFill>
              </a:rPr>
              <a:t>判讀直接與</a:t>
            </a:r>
          </a:p>
          <a:p xmlns:a="http://schemas.openxmlformats.org/drawingml/2006/main">
            <a:pPr>
              <a:defRPr sz="1350" b="0">
                <a:solidFill>
                  <a:srgbClr val="59656E"/>
                </a:solidFill>
              </a:defRPr>
            </a:pPr>
            <a:r>
              <a:rPr sz="1350" b="0">
                <a:solidFill>
                  <a:srgbClr val="59656E"/>
                </a:solidFill>
              </a:rPr>
              <a:t>間接關係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082307-DB52-49E6-9770-86E915D24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590800"/>
            <a:ext cx="438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365A69"/>
                </a:solidFill>
              </a:defRPr>
            </a:defPPr>
            <a:lvl1pPr>
              <a:defRPr sz="2100" b="1">
                <a:solidFill>
                  <a:srgbClr val="365A69"/>
                </a:solidFill>
              </a:defRPr>
            </a:lvl1pPr>
            <a:lvl2pPr>
              <a:defRPr sz="2100" b="1">
                <a:solidFill>
                  <a:srgbClr val="365A69"/>
                </a:solidFill>
              </a:defRPr>
            </a:lvl2pPr>
            <a:lvl3pPr>
              <a:defRPr sz="2100" b="1">
                <a:solidFill>
                  <a:srgbClr val="365A69"/>
                </a:solidFill>
              </a:defRPr>
            </a:lvl3pPr>
            <a:lvl4pPr>
              <a:defRPr sz="2100" b="1">
                <a:solidFill>
                  <a:srgbClr val="365A69"/>
                </a:solidFill>
              </a:defRPr>
            </a:lvl4pPr>
            <a:lvl5pPr>
              <a:defRPr sz="2100" b="1">
                <a:solidFill>
                  <a:srgbClr val="365A69"/>
                </a:solidFill>
              </a:defRPr>
            </a:lvl5pPr>
            <a:lvl6pPr>
              <a:defRPr sz="2100" b="1">
                <a:solidFill>
                  <a:srgbClr val="365A69"/>
                </a:solidFill>
              </a:defRPr>
            </a:lvl6pPr>
            <a:lvl7pPr>
              <a:defRPr sz="2100" b="1">
                <a:solidFill>
                  <a:srgbClr val="365A69"/>
                </a:solidFill>
              </a:defRPr>
            </a:lvl7pPr>
            <a:lvl8pPr>
              <a:defRPr sz="2100" b="1">
                <a:solidFill>
                  <a:srgbClr val="365A69"/>
                </a:solidFill>
              </a:defRPr>
            </a:lvl8pPr>
            <a:lvl9pPr>
              <a:defRPr sz="2100" b="1">
                <a:solidFill>
                  <a:srgbClr val="365A69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365A69"/>
                </a:solidFill>
              </a:defRPr>
            </a:pPr>
            <a:r>
              <a:rPr sz="2100" b="1">
                <a:solidFill>
                  <a:srgbClr val="365A69"/>
                </a:solidFill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F1DD39-3235-4C37-AB7C-4E402C2BA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495550"/>
            <a:ext cx="57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B7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A97AE8-0089-47EF-AFCB-D373464BA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381250"/>
            <a:ext cx="1695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整理證據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8BDCA6-BE5D-493D-B3CD-DBCADEDC4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857500"/>
            <a:ext cx="1771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9656E"/>
                </a:solidFill>
              </a:defRPr>
            </a:defPPr>
            <a:lvl1pPr>
              <a:defRPr sz="1350" b="0">
                <a:solidFill>
                  <a:srgbClr val="59656E"/>
                </a:solidFill>
              </a:defRPr>
            </a:lvl1pPr>
            <a:lvl2pPr>
              <a:defRPr sz="1350" b="0">
                <a:solidFill>
                  <a:srgbClr val="59656E"/>
                </a:solidFill>
              </a:defRPr>
            </a:lvl2pPr>
            <a:lvl3pPr>
              <a:defRPr sz="1350" b="0">
                <a:solidFill>
                  <a:srgbClr val="59656E"/>
                </a:solidFill>
              </a:defRPr>
            </a:lvl3pPr>
            <a:lvl4pPr>
              <a:defRPr sz="1350" b="0">
                <a:solidFill>
                  <a:srgbClr val="59656E"/>
                </a:solidFill>
              </a:defRPr>
            </a:lvl4pPr>
            <a:lvl5pPr>
              <a:defRPr sz="1350" b="0">
                <a:solidFill>
                  <a:srgbClr val="59656E"/>
                </a:solidFill>
              </a:defRPr>
            </a:lvl5pPr>
            <a:lvl6pPr>
              <a:defRPr sz="1350" b="0">
                <a:solidFill>
                  <a:srgbClr val="59656E"/>
                </a:solidFill>
              </a:defRPr>
            </a:lvl6pPr>
            <a:lvl7pPr>
              <a:defRPr sz="1350" b="0">
                <a:solidFill>
                  <a:srgbClr val="59656E"/>
                </a:solidFill>
              </a:defRPr>
            </a:lvl7pPr>
            <a:lvl8pPr>
              <a:defRPr sz="1350" b="0">
                <a:solidFill>
                  <a:srgbClr val="59656E"/>
                </a:solidFill>
              </a:defRPr>
            </a:lvl8pPr>
            <a:lvl9pPr>
              <a:defRPr sz="1350" b="0">
                <a:solidFill>
                  <a:srgbClr val="59656E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9656E"/>
                </a:solidFill>
              </a:defRPr>
            </a:pPr>
            <a:r>
              <a:rPr sz="1350" b="0">
                <a:solidFill>
                  <a:srgbClr val="59656E"/>
                </a:solidFill>
              </a:rPr>
              <a:t>彙整來源</a:t>
            </a:r>
          </a:p>
          <a:p xmlns:a="http://schemas.openxmlformats.org/drawingml/2006/main">
            <a:pPr>
              <a:defRPr sz="1350" b="0">
                <a:solidFill>
                  <a:srgbClr val="59656E"/>
                </a:solidFill>
              </a:defRPr>
            </a:pPr>
            <a:r>
              <a:rPr sz="1350" b="0">
                <a:solidFill>
                  <a:srgbClr val="59656E"/>
                </a:solidFill>
              </a:rPr>
              <a:t>與影響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FED542-278C-4BAA-A981-5F82DAB58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2590800"/>
            <a:ext cx="438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365A69"/>
                </a:solidFill>
              </a:defRPr>
            </a:defPPr>
            <a:lvl1pPr>
              <a:defRPr sz="2100" b="1">
                <a:solidFill>
                  <a:srgbClr val="365A69"/>
                </a:solidFill>
              </a:defRPr>
            </a:lvl1pPr>
            <a:lvl2pPr>
              <a:defRPr sz="2100" b="1">
                <a:solidFill>
                  <a:srgbClr val="365A69"/>
                </a:solidFill>
              </a:defRPr>
            </a:lvl2pPr>
            <a:lvl3pPr>
              <a:defRPr sz="2100" b="1">
                <a:solidFill>
                  <a:srgbClr val="365A69"/>
                </a:solidFill>
              </a:defRPr>
            </a:lvl3pPr>
            <a:lvl4pPr>
              <a:defRPr sz="2100" b="1">
                <a:solidFill>
                  <a:srgbClr val="365A69"/>
                </a:solidFill>
              </a:defRPr>
            </a:lvl4pPr>
            <a:lvl5pPr>
              <a:defRPr sz="2100" b="1">
                <a:solidFill>
                  <a:srgbClr val="365A69"/>
                </a:solidFill>
              </a:defRPr>
            </a:lvl5pPr>
            <a:lvl6pPr>
              <a:defRPr sz="2100" b="1">
                <a:solidFill>
                  <a:srgbClr val="365A69"/>
                </a:solidFill>
              </a:defRPr>
            </a:lvl6pPr>
            <a:lvl7pPr>
              <a:defRPr sz="2100" b="1">
                <a:solidFill>
                  <a:srgbClr val="365A69"/>
                </a:solidFill>
              </a:defRPr>
            </a:lvl7pPr>
            <a:lvl8pPr>
              <a:defRPr sz="2100" b="1">
                <a:solidFill>
                  <a:srgbClr val="365A69"/>
                </a:solidFill>
              </a:defRPr>
            </a:lvl8pPr>
            <a:lvl9pPr>
              <a:defRPr sz="2100" b="1">
                <a:solidFill>
                  <a:srgbClr val="365A69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365A69"/>
                </a:solidFill>
              </a:defRPr>
            </a:pPr>
            <a:r>
              <a:rPr sz="2100" b="1">
                <a:solidFill>
                  <a:srgbClr val="365A69"/>
                </a:solidFill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7AD8D9-17F9-4EC0-974E-A759CCCF2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495550"/>
            <a:ext cx="57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B7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BBB2D0-0BC8-4150-9E43-5BEFD5A8B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81250"/>
            <a:ext cx="1695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形成檢核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F1A8AEC-D0CC-4928-98C3-692CFF6DE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857500"/>
            <a:ext cx="1771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9656E"/>
                </a:solidFill>
              </a:defRPr>
            </a:defPPr>
            <a:lvl1pPr>
              <a:defRPr sz="1350" b="0">
                <a:solidFill>
                  <a:srgbClr val="59656E"/>
                </a:solidFill>
              </a:defRPr>
            </a:lvl1pPr>
            <a:lvl2pPr>
              <a:defRPr sz="1350" b="0">
                <a:solidFill>
                  <a:srgbClr val="59656E"/>
                </a:solidFill>
              </a:defRPr>
            </a:lvl2pPr>
            <a:lvl3pPr>
              <a:defRPr sz="1350" b="0">
                <a:solidFill>
                  <a:srgbClr val="59656E"/>
                </a:solidFill>
              </a:defRPr>
            </a:lvl3pPr>
            <a:lvl4pPr>
              <a:defRPr sz="1350" b="0">
                <a:solidFill>
                  <a:srgbClr val="59656E"/>
                </a:solidFill>
              </a:defRPr>
            </a:lvl4pPr>
            <a:lvl5pPr>
              <a:defRPr sz="1350" b="0">
                <a:solidFill>
                  <a:srgbClr val="59656E"/>
                </a:solidFill>
              </a:defRPr>
            </a:lvl5pPr>
            <a:lvl6pPr>
              <a:defRPr sz="1350" b="0">
                <a:solidFill>
                  <a:srgbClr val="59656E"/>
                </a:solidFill>
              </a:defRPr>
            </a:lvl6pPr>
            <a:lvl7pPr>
              <a:defRPr sz="1350" b="0">
                <a:solidFill>
                  <a:srgbClr val="59656E"/>
                </a:solidFill>
              </a:defRPr>
            </a:lvl7pPr>
            <a:lvl8pPr>
              <a:defRPr sz="1350" b="0">
                <a:solidFill>
                  <a:srgbClr val="59656E"/>
                </a:solidFill>
              </a:defRPr>
            </a:lvl8pPr>
            <a:lvl9pPr>
              <a:defRPr sz="1350" b="0">
                <a:solidFill>
                  <a:srgbClr val="59656E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9656E"/>
                </a:solidFill>
              </a:defRPr>
            </a:pPr>
            <a:r>
              <a:rPr sz="1350" b="0">
                <a:solidFill>
                  <a:srgbClr val="59656E"/>
                </a:solidFill>
              </a:rPr>
              <a:t>交接測試與</a:t>
            </a:r>
          </a:p>
          <a:p xmlns:a="http://schemas.openxmlformats.org/drawingml/2006/main">
            <a:pPr>
              <a:defRPr sz="1350" b="0">
                <a:solidFill>
                  <a:srgbClr val="59656E"/>
                </a:solidFill>
              </a:defRPr>
            </a:pPr>
            <a:r>
              <a:rPr sz="1350" b="0">
                <a:solidFill>
                  <a:srgbClr val="59656E"/>
                </a:solidFill>
              </a:rPr>
              <a:t>審查事項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158F547-4290-48DE-BC88-336FB0C5D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0500"/>
            <a:ext cx="10744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C96FE62-ED3A-4BE5-9C13-5C7666CCE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243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365A69"/>
                </a:solidFill>
              </a:defRPr>
            </a:defPPr>
            <a:lvl1pPr>
              <a:defRPr sz="1650" b="1">
                <a:solidFill>
                  <a:srgbClr val="365A69"/>
                </a:solidFill>
              </a:defRPr>
            </a:lvl1pPr>
            <a:lvl2pPr>
              <a:defRPr sz="1650" b="1">
                <a:solidFill>
                  <a:srgbClr val="365A69"/>
                </a:solidFill>
              </a:defRPr>
            </a:lvl2pPr>
            <a:lvl3pPr>
              <a:defRPr sz="1650" b="1">
                <a:solidFill>
                  <a:srgbClr val="365A69"/>
                </a:solidFill>
              </a:defRPr>
            </a:lvl3pPr>
            <a:lvl4pPr>
              <a:defRPr sz="1650" b="1">
                <a:solidFill>
                  <a:srgbClr val="365A69"/>
                </a:solidFill>
              </a:defRPr>
            </a:lvl4pPr>
            <a:lvl5pPr>
              <a:defRPr sz="1650" b="1">
                <a:solidFill>
                  <a:srgbClr val="365A69"/>
                </a:solidFill>
              </a:defRPr>
            </a:lvl5pPr>
            <a:lvl6pPr>
              <a:defRPr sz="1650" b="1">
                <a:solidFill>
                  <a:srgbClr val="365A69"/>
                </a:solidFill>
              </a:defRPr>
            </a:lvl6pPr>
            <a:lvl7pPr>
              <a:defRPr sz="1650" b="1">
                <a:solidFill>
                  <a:srgbClr val="365A69"/>
                </a:solidFill>
              </a:defRPr>
            </a:lvl7pPr>
            <a:lvl8pPr>
              <a:defRPr sz="1650" b="1">
                <a:solidFill>
                  <a:srgbClr val="365A69"/>
                </a:solidFill>
              </a:defRPr>
            </a:lvl8pPr>
            <a:lvl9pPr>
              <a:defRPr sz="1650" b="1">
                <a:solidFill>
                  <a:srgbClr val="365A69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365A69"/>
                </a:solidFill>
              </a:defRPr>
            </a:pPr>
            <a:r>
              <a:rPr sz="1650" b="1">
                <a:solidFill>
                  <a:srgbClr val="365A69"/>
                </a:solidFill>
              </a:rPr>
              <a:t>原型要改善的工作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8C944C-95D9-4C6A-8DAC-DAD52E724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202A33"/>
                </a:solidFill>
              </a:defRPr>
            </a:defPPr>
            <a:lvl1pPr>
              <a:defRPr sz="2100" b="1">
                <a:solidFill>
                  <a:srgbClr val="202A33"/>
                </a:solidFill>
              </a:defRPr>
            </a:lvl1pPr>
            <a:lvl2pPr>
              <a:defRPr sz="2100" b="1">
                <a:solidFill>
                  <a:srgbClr val="202A33"/>
                </a:solidFill>
              </a:defRPr>
            </a:lvl2pPr>
            <a:lvl3pPr>
              <a:defRPr sz="2100" b="1">
                <a:solidFill>
                  <a:srgbClr val="202A33"/>
                </a:solidFill>
              </a:defRPr>
            </a:lvl3pPr>
            <a:lvl4pPr>
              <a:defRPr sz="2100" b="1">
                <a:solidFill>
                  <a:srgbClr val="202A33"/>
                </a:solidFill>
              </a:defRPr>
            </a:lvl4pPr>
            <a:lvl5pPr>
              <a:defRPr sz="2100" b="1">
                <a:solidFill>
                  <a:srgbClr val="202A33"/>
                </a:solidFill>
              </a:defRPr>
            </a:lvl5pPr>
            <a:lvl6pPr>
              <a:defRPr sz="2100" b="1">
                <a:solidFill>
                  <a:srgbClr val="202A33"/>
                </a:solidFill>
              </a:defRPr>
            </a:lvl6pPr>
            <a:lvl7pPr>
              <a:defRPr sz="2100" b="1">
                <a:solidFill>
                  <a:srgbClr val="202A33"/>
                </a:solidFill>
              </a:defRPr>
            </a:lvl7pPr>
            <a:lvl8pPr>
              <a:defRPr sz="2100" b="1">
                <a:solidFill>
                  <a:srgbClr val="202A33"/>
                </a:solidFill>
              </a:defRPr>
            </a:lvl8pPr>
            <a:lvl9pPr>
              <a:defRPr sz="2100" b="1">
                <a:solidFill>
                  <a:srgbClr val="202A33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2A33"/>
                </a:solidFill>
              </a:defRPr>
            </a:pPr>
            <a:r>
              <a:rPr sz="2100" b="1">
                <a:solidFill>
                  <a:srgbClr val="202A33"/>
                </a:solidFill>
              </a:rPr>
              <a:t>協助覆核者從 SQL 差異掌握風險分群、報表影響與證據。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ACE635-54D1-4FB8-92A0-DE8D721FE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8165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56E"/>
                </a:solidFill>
              </a:defRPr>
            </a:defPPr>
            <a:lvl1pPr>
              <a:defRPr sz="1275" b="0">
                <a:solidFill>
                  <a:srgbClr val="59656E"/>
                </a:solidFill>
              </a:defRPr>
            </a:lvl1pPr>
            <a:lvl2pPr>
              <a:defRPr sz="1275" b="0">
                <a:solidFill>
                  <a:srgbClr val="59656E"/>
                </a:solidFill>
              </a:defRPr>
            </a:lvl2pPr>
            <a:lvl3pPr>
              <a:defRPr sz="1275" b="0">
                <a:solidFill>
                  <a:srgbClr val="59656E"/>
                </a:solidFill>
              </a:defRPr>
            </a:lvl3pPr>
            <a:lvl4pPr>
              <a:defRPr sz="1275" b="0">
                <a:solidFill>
                  <a:srgbClr val="59656E"/>
                </a:solidFill>
              </a:defRPr>
            </a:lvl4pPr>
            <a:lvl5pPr>
              <a:defRPr sz="1275" b="0">
                <a:solidFill>
                  <a:srgbClr val="59656E"/>
                </a:solidFill>
              </a:defRPr>
            </a:lvl5pPr>
            <a:lvl6pPr>
              <a:defRPr sz="1275" b="0">
                <a:solidFill>
                  <a:srgbClr val="59656E"/>
                </a:solidFill>
              </a:defRPr>
            </a:lvl6pPr>
            <a:lvl7pPr>
              <a:defRPr sz="1275" b="0">
                <a:solidFill>
                  <a:srgbClr val="59656E"/>
                </a:solidFill>
              </a:defRPr>
            </a:lvl7pPr>
            <a:lvl8pPr>
              <a:defRPr sz="1275" b="0">
                <a:solidFill>
                  <a:srgbClr val="59656E"/>
                </a:solidFill>
              </a:defRPr>
            </a:lvl8pPr>
            <a:lvl9pPr>
              <a:defRPr sz="1275" b="0">
                <a:solidFill>
                  <a:srgbClr val="59656E"/>
                </a:solidFill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56E"/>
                </a:solidFill>
              </a:defRPr>
            </a:pPr>
            <a:r>
              <a:rPr sz="1275" b="0">
                <a:solidFill>
                  <a:srgbClr val="59656E"/>
                </a:solidFill>
              </a:rPr>
              <a:t>靜態分析只涵蓋已載入且可解析的 SQL；未載入程序或動態 SQL 仍需人工補查。</a:t>
            </a:r>
          </a:p>
        </p:txBody>
      </p:sp>
    </p:spTree>
    <p:extLst>
      <p:ext uri="{BB962C8B-B14F-4D97-AF65-F5344CB8AC3E}">
        <p14:creationId xmlns:p14="http://schemas.microsoft.com/office/powerpoint/2010/main" val="25735958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EBB2A9A-CAF6-4C07-ACBB-9CE090993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202A33"/>
                </a:solidFill>
              </a:defRPr>
            </a:defPPr>
            <a:lvl1pPr>
              <a:defRPr sz="1125" b="1">
                <a:solidFill>
                  <a:srgbClr val="202A33"/>
                </a:solidFill>
              </a:defRPr>
            </a:lvl1pPr>
            <a:lvl2pPr>
              <a:defRPr sz="1125" b="1">
                <a:solidFill>
                  <a:srgbClr val="202A33"/>
                </a:solidFill>
              </a:defRPr>
            </a:lvl2pPr>
            <a:lvl3pPr>
              <a:defRPr sz="1125" b="1">
                <a:solidFill>
                  <a:srgbClr val="202A33"/>
                </a:solidFill>
              </a:defRPr>
            </a:lvl3pPr>
            <a:lvl4pPr>
              <a:defRPr sz="1125" b="1">
                <a:solidFill>
                  <a:srgbClr val="202A33"/>
                </a:solidFill>
              </a:defRPr>
            </a:lvl4pPr>
            <a:lvl5pPr>
              <a:defRPr sz="1125" b="1">
                <a:solidFill>
                  <a:srgbClr val="202A33"/>
                </a:solidFill>
              </a:defRPr>
            </a:lvl5pPr>
            <a:lvl6pPr>
              <a:defRPr sz="1125" b="1">
                <a:solidFill>
                  <a:srgbClr val="202A33"/>
                </a:solidFill>
              </a:defRPr>
            </a:lvl6pPr>
            <a:lvl7pPr>
              <a:defRPr sz="1125" b="1">
                <a:solidFill>
                  <a:srgbClr val="202A33"/>
                </a:solidFill>
              </a:defRPr>
            </a:lvl7pPr>
            <a:lvl8pPr>
              <a:defRPr sz="1125" b="1">
                <a:solidFill>
                  <a:srgbClr val="202A33"/>
                </a:solidFill>
              </a:defRPr>
            </a:lvl8pPr>
            <a:lvl9pPr>
              <a:defRPr sz="1125" b="1">
                <a:solidFill>
                  <a:srgbClr val="202A33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202A33"/>
                </a:solidFill>
              </a:defRPr>
            </a:pPr>
            <a:r>
              <a:rPr sz="1125" b="1">
                <a:solidFill>
                  <a:srgbClr val="202A33"/>
                </a:solidFill>
              </a:rPr>
              <a:t>SQL SPA TOOLS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D8FCB8-0DFE-4586-B543-94279B47D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11087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202A33"/>
                </a:solidFill>
              </a:defRPr>
            </a:defPPr>
            <a:lvl1pPr>
              <a:defRPr sz="2850" b="1">
                <a:solidFill>
                  <a:srgbClr val="202A33"/>
                </a:solidFill>
              </a:defRPr>
            </a:lvl1pPr>
            <a:lvl2pPr>
              <a:defRPr sz="2850" b="1">
                <a:solidFill>
                  <a:srgbClr val="202A33"/>
                </a:solidFill>
              </a:defRPr>
            </a:lvl2pPr>
            <a:lvl3pPr>
              <a:defRPr sz="2850" b="1">
                <a:solidFill>
                  <a:srgbClr val="202A33"/>
                </a:solidFill>
              </a:defRPr>
            </a:lvl3pPr>
            <a:lvl4pPr>
              <a:defRPr sz="2850" b="1">
                <a:solidFill>
                  <a:srgbClr val="202A33"/>
                </a:solidFill>
              </a:defRPr>
            </a:lvl4pPr>
            <a:lvl5pPr>
              <a:defRPr sz="2850" b="1">
                <a:solidFill>
                  <a:srgbClr val="202A33"/>
                </a:solidFill>
              </a:defRPr>
            </a:lvl5pPr>
            <a:lvl6pPr>
              <a:defRPr sz="2850" b="1">
                <a:solidFill>
                  <a:srgbClr val="202A33"/>
                </a:solidFill>
              </a:defRPr>
            </a:lvl6pPr>
            <a:lvl7pPr>
              <a:defRPr sz="2850" b="1">
                <a:solidFill>
                  <a:srgbClr val="202A33"/>
                </a:solidFill>
              </a:defRPr>
            </a:lvl7pPr>
            <a:lvl8pPr>
              <a:defRPr sz="2850" b="1">
                <a:solidFill>
                  <a:srgbClr val="202A33"/>
                </a:solidFill>
              </a:defRPr>
            </a:lvl8pPr>
            <a:lvl9pPr>
              <a:defRPr sz="2850" b="1">
                <a:solidFill>
                  <a:srgbClr val="202A33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202A33"/>
                </a:solidFill>
              </a:defRPr>
            </a:pPr>
            <a:r>
              <a:rPr sz="2850" b="1">
                <a:solidFill>
                  <a:srgbClr val="202A33"/>
                </a:solidFill>
              </a:rPr>
              <a:t>MVP 流程由本機分析交接到 Copilot Chat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B8420E-1367-4452-9396-22FE39AE6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23975"/>
            <a:ext cx="11087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B7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297E1F-1E5D-4B01-95F8-030F42F96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108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59656E"/>
                </a:solidFill>
              </a:defRPr>
            </a:defPPr>
            <a:lvl1pPr>
              <a:defRPr sz="900" b="0">
                <a:solidFill>
                  <a:srgbClr val="59656E"/>
                </a:solidFill>
              </a:defRPr>
            </a:lvl1pPr>
            <a:lvl2pPr>
              <a:defRPr sz="900" b="0">
                <a:solidFill>
                  <a:srgbClr val="59656E"/>
                </a:solidFill>
              </a:defRPr>
            </a:lvl2pPr>
            <a:lvl3pPr>
              <a:defRPr sz="900" b="0">
                <a:solidFill>
                  <a:srgbClr val="59656E"/>
                </a:solidFill>
              </a:defRPr>
            </a:lvl3pPr>
            <a:lvl4pPr>
              <a:defRPr sz="900" b="0">
                <a:solidFill>
                  <a:srgbClr val="59656E"/>
                </a:solidFill>
              </a:defRPr>
            </a:lvl4pPr>
            <a:lvl5pPr>
              <a:defRPr sz="900" b="0">
                <a:solidFill>
                  <a:srgbClr val="59656E"/>
                </a:solidFill>
              </a:defRPr>
            </a:lvl5pPr>
            <a:lvl6pPr>
              <a:defRPr sz="900" b="0">
                <a:solidFill>
                  <a:srgbClr val="59656E"/>
                </a:solidFill>
              </a:defRPr>
            </a:lvl6pPr>
            <a:lvl7pPr>
              <a:defRPr sz="900" b="0">
                <a:solidFill>
                  <a:srgbClr val="59656E"/>
                </a:solidFill>
              </a:defRPr>
            </a:lvl7pPr>
            <a:lvl8pPr>
              <a:defRPr sz="900" b="0">
                <a:solidFill>
                  <a:srgbClr val="59656E"/>
                </a:solidFill>
              </a:defRPr>
            </a:lvl8pPr>
            <a:lvl9pPr>
              <a:defRPr sz="900" b="0">
                <a:solidFill>
                  <a:srgbClr val="59656E"/>
                </a:solidFill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59656E"/>
                </a:solidFill>
              </a:defRPr>
            </a:pPr>
            <a:r>
              <a:rPr sz="900" b="0">
                <a:solidFill>
                  <a:srgbClr val="59656E"/>
                </a:solidFill>
              </a:rPr>
              <a:t>鎖頭銀行 M365 COPILOT 黑客松  •  2026.10  |  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B76720-99AF-48F7-A277-5CE21E00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65A69"/>
                </a:solidFill>
              </a:defRPr>
            </a:defPPr>
            <a:lvl1pPr>
              <a:defRPr sz="1950" b="1">
                <a:solidFill>
                  <a:srgbClr val="365A69"/>
                </a:solidFill>
              </a:defRPr>
            </a:lvl1pPr>
            <a:lvl2pPr>
              <a:defRPr sz="1950" b="1">
                <a:solidFill>
                  <a:srgbClr val="365A69"/>
                </a:solidFill>
              </a:defRPr>
            </a:lvl2pPr>
            <a:lvl3pPr>
              <a:defRPr sz="1950" b="1">
                <a:solidFill>
                  <a:srgbClr val="365A69"/>
                </a:solidFill>
              </a:defRPr>
            </a:lvl3pPr>
            <a:lvl4pPr>
              <a:defRPr sz="1950" b="1">
                <a:solidFill>
                  <a:srgbClr val="365A69"/>
                </a:solidFill>
              </a:defRPr>
            </a:lvl4pPr>
            <a:lvl5pPr>
              <a:defRPr sz="1950" b="1">
                <a:solidFill>
                  <a:srgbClr val="365A69"/>
                </a:solidFill>
              </a:defRPr>
            </a:lvl5pPr>
            <a:lvl6pPr>
              <a:defRPr sz="1950" b="1">
                <a:solidFill>
                  <a:srgbClr val="365A69"/>
                </a:solidFill>
              </a:defRPr>
            </a:lvl6pPr>
            <a:lvl7pPr>
              <a:defRPr sz="1950" b="1">
                <a:solidFill>
                  <a:srgbClr val="365A69"/>
                </a:solidFill>
              </a:defRPr>
            </a:lvl7pPr>
            <a:lvl8pPr>
              <a:defRPr sz="1950" b="1">
                <a:solidFill>
                  <a:srgbClr val="365A69"/>
                </a:solidFill>
              </a:defRPr>
            </a:lvl8pPr>
            <a:lvl9pPr>
              <a:defRPr sz="1950" b="1">
                <a:solidFill>
                  <a:srgbClr val="365A69"/>
                </a:solidFill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65A69"/>
                </a:solidFill>
              </a:defRPr>
            </a:pPr>
            <a:r>
              <a:rPr sz="1950" b="1">
                <a:solidFill>
                  <a:srgbClr val="365A69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2F0FCA-3EE6-4877-91AA-EC933DC06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1695450"/>
            <a:ext cx="2324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202A33"/>
                </a:solidFill>
              </a:defRPr>
            </a:defPPr>
            <a:lvl1pPr>
              <a:defRPr sz="1800" b="1">
                <a:solidFill>
                  <a:srgbClr val="202A33"/>
                </a:solidFill>
              </a:defRPr>
            </a:lvl1pPr>
            <a:lvl2pPr>
              <a:defRPr sz="1800" b="1">
                <a:solidFill>
                  <a:srgbClr val="202A33"/>
                </a:solidFill>
              </a:defRPr>
            </a:lvl2pPr>
            <a:lvl3pPr>
              <a:defRPr sz="1800" b="1">
                <a:solidFill>
                  <a:srgbClr val="202A33"/>
                </a:solidFill>
              </a:defRPr>
            </a:lvl3pPr>
            <a:lvl4pPr>
              <a:defRPr sz="1800" b="1">
                <a:solidFill>
                  <a:srgbClr val="202A33"/>
                </a:solidFill>
              </a:defRPr>
            </a:lvl4pPr>
            <a:lvl5pPr>
              <a:defRPr sz="1800" b="1">
                <a:solidFill>
                  <a:srgbClr val="202A33"/>
                </a:solidFill>
              </a:defRPr>
            </a:lvl5pPr>
            <a:lvl6pPr>
              <a:defRPr sz="1800" b="1">
                <a:solidFill>
                  <a:srgbClr val="202A33"/>
                </a:solidFill>
              </a:defRPr>
            </a:lvl6pPr>
            <a:lvl7pPr>
              <a:defRPr sz="1800" b="1">
                <a:solidFill>
                  <a:srgbClr val="202A33"/>
                </a:solidFill>
              </a:defRPr>
            </a:lvl7pPr>
            <a:lvl8pPr>
              <a:defRPr sz="1800" b="1">
                <a:solidFill>
                  <a:srgbClr val="202A33"/>
                </a:solidFill>
              </a:defRPr>
            </a:lvl8pPr>
            <a:lvl9pPr>
              <a:defRPr sz="1800" b="1">
                <a:solidFill>
                  <a:srgbClr val="202A33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202A33"/>
                </a:solidFill>
              </a:defRPr>
            </a:pPr>
            <a:r>
              <a:rPr sz="1800" b="1">
                <a:solidFill>
                  <a:srgbClr val="202A33"/>
                </a:solidFill>
              </a:rPr>
              <a:t>比較 SQL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6F2C21-66A8-4DB3-B9DF-F24E77EB0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695450"/>
            <a:ext cx="3905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25323C"/>
                </a:solidFill>
              </a:defRPr>
            </a:defPPr>
            <a:lvl1pPr>
              <a:defRPr sz="1500" b="0">
                <a:solidFill>
                  <a:srgbClr val="25323C"/>
                </a:solidFill>
              </a:defRPr>
            </a:lvl1pPr>
            <a:lvl2pPr>
              <a:defRPr sz="1500" b="0">
                <a:solidFill>
                  <a:srgbClr val="25323C"/>
                </a:solidFill>
              </a:defRPr>
            </a:lvl2pPr>
            <a:lvl3pPr>
              <a:defRPr sz="1500" b="0">
                <a:solidFill>
                  <a:srgbClr val="25323C"/>
                </a:solidFill>
              </a:defRPr>
            </a:lvl3pPr>
            <a:lvl4pPr>
              <a:defRPr sz="1500" b="0">
                <a:solidFill>
                  <a:srgbClr val="25323C"/>
                </a:solidFill>
              </a:defRPr>
            </a:lvl4pPr>
            <a:lvl5pPr>
              <a:defRPr sz="1500" b="0">
                <a:solidFill>
                  <a:srgbClr val="25323C"/>
                </a:solidFill>
              </a:defRPr>
            </a:lvl5pPr>
            <a:lvl6pPr>
              <a:defRPr sz="1500" b="0">
                <a:solidFill>
                  <a:srgbClr val="25323C"/>
                </a:solidFill>
              </a:defRPr>
            </a:lvl6pPr>
            <a:lvl7pPr>
              <a:defRPr sz="1500" b="0">
                <a:solidFill>
                  <a:srgbClr val="25323C"/>
                </a:solidFill>
              </a:defRPr>
            </a:lvl7pPr>
            <a:lvl8pPr>
              <a:defRPr sz="1500" b="0">
                <a:solidFill>
                  <a:srgbClr val="25323C"/>
                </a:solidFill>
              </a:defRPr>
            </a:lvl8pPr>
            <a:lvl9pPr>
              <a:defRPr sz="1500" b="0">
                <a:solidFill>
                  <a:srgbClr val="25323C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SQL Compare</a:t>
            </a:r>
          </a:p>
          <a:p xmlns:a="http://schemas.openxmlformats.org/drawingml/2006/main"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檢視前後差異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762AF0-7167-4BA4-B18C-BE21BDCFA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257425"/>
            <a:ext cx="1905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3BD3C5-F8DD-4F5D-964A-DCAB1DF55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62225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65A69"/>
                </a:solidFill>
              </a:defRPr>
            </a:defPPr>
            <a:lvl1pPr>
              <a:defRPr sz="1950" b="1">
                <a:solidFill>
                  <a:srgbClr val="365A69"/>
                </a:solidFill>
              </a:defRPr>
            </a:lvl1pPr>
            <a:lvl2pPr>
              <a:defRPr sz="1950" b="1">
                <a:solidFill>
                  <a:srgbClr val="365A69"/>
                </a:solidFill>
              </a:defRPr>
            </a:lvl2pPr>
            <a:lvl3pPr>
              <a:defRPr sz="1950" b="1">
                <a:solidFill>
                  <a:srgbClr val="365A69"/>
                </a:solidFill>
              </a:defRPr>
            </a:lvl3pPr>
            <a:lvl4pPr>
              <a:defRPr sz="1950" b="1">
                <a:solidFill>
                  <a:srgbClr val="365A69"/>
                </a:solidFill>
              </a:defRPr>
            </a:lvl4pPr>
            <a:lvl5pPr>
              <a:defRPr sz="1950" b="1">
                <a:solidFill>
                  <a:srgbClr val="365A69"/>
                </a:solidFill>
              </a:defRPr>
            </a:lvl5pPr>
            <a:lvl6pPr>
              <a:defRPr sz="1950" b="1">
                <a:solidFill>
                  <a:srgbClr val="365A69"/>
                </a:solidFill>
              </a:defRPr>
            </a:lvl6pPr>
            <a:lvl7pPr>
              <a:defRPr sz="1950" b="1">
                <a:solidFill>
                  <a:srgbClr val="365A69"/>
                </a:solidFill>
              </a:defRPr>
            </a:lvl7pPr>
            <a:lvl8pPr>
              <a:defRPr sz="1950" b="1">
                <a:solidFill>
                  <a:srgbClr val="365A69"/>
                </a:solidFill>
              </a:defRPr>
            </a:lvl8pPr>
            <a:lvl9pPr>
              <a:defRPr sz="1950" b="1">
                <a:solidFill>
                  <a:srgbClr val="365A69"/>
                </a:solidFill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65A69"/>
                </a:solidFill>
              </a:defRPr>
            </a:pPr>
            <a:r>
              <a:rPr sz="1950" b="1">
                <a:solidFill>
                  <a:srgbClr val="365A69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1DA395-3D1D-4A36-AC77-C2A40D4A8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562225"/>
            <a:ext cx="2324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202A33"/>
                </a:solidFill>
              </a:defRPr>
            </a:defPPr>
            <a:lvl1pPr>
              <a:defRPr sz="1800" b="1">
                <a:solidFill>
                  <a:srgbClr val="202A33"/>
                </a:solidFill>
              </a:defRPr>
            </a:lvl1pPr>
            <a:lvl2pPr>
              <a:defRPr sz="1800" b="1">
                <a:solidFill>
                  <a:srgbClr val="202A33"/>
                </a:solidFill>
              </a:defRPr>
            </a:lvl2pPr>
            <a:lvl3pPr>
              <a:defRPr sz="1800" b="1">
                <a:solidFill>
                  <a:srgbClr val="202A33"/>
                </a:solidFill>
              </a:defRPr>
            </a:lvl3pPr>
            <a:lvl4pPr>
              <a:defRPr sz="1800" b="1">
                <a:solidFill>
                  <a:srgbClr val="202A33"/>
                </a:solidFill>
              </a:defRPr>
            </a:lvl4pPr>
            <a:lvl5pPr>
              <a:defRPr sz="1800" b="1">
                <a:solidFill>
                  <a:srgbClr val="202A33"/>
                </a:solidFill>
              </a:defRPr>
            </a:lvl5pPr>
            <a:lvl6pPr>
              <a:defRPr sz="1800" b="1">
                <a:solidFill>
                  <a:srgbClr val="202A33"/>
                </a:solidFill>
              </a:defRPr>
            </a:lvl6pPr>
            <a:lvl7pPr>
              <a:defRPr sz="1800" b="1">
                <a:solidFill>
                  <a:srgbClr val="202A33"/>
                </a:solidFill>
              </a:defRPr>
            </a:lvl7pPr>
            <a:lvl8pPr>
              <a:defRPr sz="1800" b="1">
                <a:solidFill>
                  <a:srgbClr val="202A33"/>
                </a:solidFill>
              </a:defRPr>
            </a:lvl8pPr>
            <a:lvl9pPr>
              <a:defRPr sz="1800" b="1">
                <a:solidFill>
                  <a:srgbClr val="202A33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202A33"/>
                </a:solidFill>
              </a:defRPr>
            </a:pPr>
            <a:r>
              <a:rPr sz="1800" b="1">
                <a:solidFill>
                  <a:srgbClr val="202A33"/>
                </a:solidFill>
              </a:rPr>
              <a:t>分析血緣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B12546-C39B-4C9F-8BF3-946DCA647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562225"/>
            <a:ext cx="3905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25323C"/>
                </a:solidFill>
              </a:defRPr>
            </a:defPPr>
            <a:lvl1pPr>
              <a:defRPr sz="1500" b="0">
                <a:solidFill>
                  <a:srgbClr val="25323C"/>
                </a:solidFill>
              </a:defRPr>
            </a:lvl1pPr>
            <a:lvl2pPr>
              <a:defRPr sz="1500" b="0">
                <a:solidFill>
                  <a:srgbClr val="25323C"/>
                </a:solidFill>
              </a:defRPr>
            </a:lvl2pPr>
            <a:lvl3pPr>
              <a:defRPr sz="1500" b="0">
                <a:solidFill>
                  <a:srgbClr val="25323C"/>
                </a:solidFill>
              </a:defRPr>
            </a:lvl3pPr>
            <a:lvl4pPr>
              <a:defRPr sz="1500" b="0">
                <a:solidFill>
                  <a:srgbClr val="25323C"/>
                </a:solidFill>
              </a:defRPr>
            </a:lvl4pPr>
            <a:lvl5pPr>
              <a:defRPr sz="1500" b="0">
                <a:solidFill>
                  <a:srgbClr val="25323C"/>
                </a:solidFill>
              </a:defRPr>
            </a:lvl5pPr>
            <a:lvl6pPr>
              <a:defRPr sz="1500" b="0">
                <a:solidFill>
                  <a:srgbClr val="25323C"/>
                </a:solidFill>
              </a:defRPr>
            </a:lvl6pPr>
            <a:lvl7pPr>
              <a:defRPr sz="1500" b="0">
                <a:solidFill>
                  <a:srgbClr val="25323C"/>
                </a:solidFill>
              </a:defRPr>
            </a:lvl7pPr>
            <a:lvl8pPr>
              <a:defRPr sz="1500" b="0">
                <a:solidFill>
                  <a:srgbClr val="25323C"/>
                </a:solidFill>
              </a:defRPr>
            </a:lvl8pPr>
            <a:lvl9pPr>
              <a:defRPr sz="1500" b="0">
                <a:solidFill>
                  <a:srgbClr val="25323C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追蹤來源欄位</a:t>
            </a:r>
          </a:p>
          <a:p xmlns:a="http://schemas.openxmlformats.org/drawingml/2006/main"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與下游影響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BAB2A9-E6E7-4DB3-B30A-DE4A3C52A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124200"/>
            <a:ext cx="1905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52B73A-E2B6-4D06-9119-8BBD30B49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2900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65A69"/>
                </a:solidFill>
              </a:defRPr>
            </a:defPPr>
            <a:lvl1pPr>
              <a:defRPr sz="1950" b="1">
                <a:solidFill>
                  <a:srgbClr val="365A69"/>
                </a:solidFill>
              </a:defRPr>
            </a:lvl1pPr>
            <a:lvl2pPr>
              <a:defRPr sz="1950" b="1">
                <a:solidFill>
                  <a:srgbClr val="365A69"/>
                </a:solidFill>
              </a:defRPr>
            </a:lvl2pPr>
            <a:lvl3pPr>
              <a:defRPr sz="1950" b="1">
                <a:solidFill>
                  <a:srgbClr val="365A69"/>
                </a:solidFill>
              </a:defRPr>
            </a:lvl3pPr>
            <a:lvl4pPr>
              <a:defRPr sz="1950" b="1">
                <a:solidFill>
                  <a:srgbClr val="365A69"/>
                </a:solidFill>
              </a:defRPr>
            </a:lvl4pPr>
            <a:lvl5pPr>
              <a:defRPr sz="1950" b="1">
                <a:solidFill>
                  <a:srgbClr val="365A69"/>
                </a:solidFill>
              </a:defRPr>
            </a:lvl5pPr>
            <a:lvl6pPr>
              <a:defRPr sz="1950" b="1">
                <a:solidFill>
                  <a:srgbClr val="365A69"/>
                </a:solidFill>
              </a:defRPr>
            </a:lvl6pPr>
            <a:lvl7pPr>
              <a:defRPr sz="1950" b="1">
                <a:solidFill>
                  <a:srgbClr val="365A69"/>
                </a:solidFill>
              </a:defRPr>
            </a:lvl7pPr>
            <a:lvl8pPr>
              <a:defRPr sz="1950" b="1">
                <a:solidFill>
                  <a:srgbClr val="365A69"/>
                </a:solidFill>
              </a:defRPr>
            </a:lvl8pPr>
            <a:lvl9pPr>
              <a:defRPr sz="1950" b="1">
                <a:solidFill>
                  <a:srgbClr val="365A69"/>
                </a:solidFill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65A69"/>
                </a:solidFill>
              </a:defRPr>
            </a:pPr>
            <a:r>
              <a:rPr sz="1950" b="1">
                <a:solidFill>
                  <a:srgbClr val="365A69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136C30-E67A-4A8C-AC56-89268DDEC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29000"/>
            <a:ext cx="2324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202A33"/>
                </a:solidFill>
              </a:defRPr>
            </a:defPPr>
            <a:lvl1pPr>
              <a:defRPr sz="1800" b="1">
                <a:solidFill>
                  <a:srgbClr val="202A33"/>
                </a:solidFill>
              </a:defRPr>
            </a:lvl1pPr>
            <a:lvl2pPr>
              <a:defRPr sz="1800" b="1">
                <a:solidFill>
                  <a:srgbClr val="202A33"/>
                </a:solidFill>
              </a:defRPr>
            </a:lvl2pPr>
            <a:lvl3pPr>
              <a:defRPr sz="1800" b="1">
                <a:solidFill>
                  <a:srgbClr val="202A33"/>
                </a:solidFill>
              </a:defRPr>
            </a:lvl3pPr>
            <a:lvl4pPr>
              <a:defRPr sz="1800" b="1">
                <a:solidFill>
                  <a:srgbClr val="202A33"/>
                </a:solidFill>
              </a:defRPr>
            </a:lvl4pPr>
            <a:lvl5pPr>
              <a:defRPr sz="1800" b="1">
                <a:solidFill>
                  <a:srgbClr val="202A33"/>
                </a:solidFill>
              </a:defRPr>
            </a:lvl5pPr>
            <a:lvl6pPr>
              <a:defRPr sz="1800" b="1">
                <a:solidFill>
                  <a:srgbClr val="202A33"/>
                </a:solidFill>
              </a:defRPr>
            </a:lvl6pPr>
            <a:lvl7pPr>
              <a:defRPr sz="1800" b="1">
                <a:solidFill>
                  <a:srgbClr val="202A33"/>
                </a:solidFill>
              </a:defRPr>
            </a:lvl7pPr>
            <a:lvl8pPr>
              <a:defRPr sz="1800" b="1">
                <a:solidFill>
                  <a:srgbClr val="202A33"/>
                </a:solidFill>
              </a:defRPr>
            </a:lvl8pPr>
            <a:lvl9pPr>
              <a:defRPr sz="1800" b="1">
                <a:solidFill>
                  <a:srgbClr val="202A33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202A33"/>
                </a:solidFill>
              </a:defRPr>
            </a:pPr>
            <a:r>
              <a:rPr sz="1800" b="1">
                <a:solidFill>
                  <a:srgbClr val="202A33"/>
                </a:solidFill>
              </a:rPr>
              <a:t>檢查摘要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7C6E0C-37FB-4093-A39A-B87918B04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429000"/>
            <a:ext cx="3905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25323C"/>
                </a:solidFill>
              </a:defRPr>
            </a:defPPr>
            <a:lvl1pPr>
              <a:defRPr sz="1500" b="0">
                <a:solidFill>
                  <a:srgbClr val="25323C"/>
                </a:solidFill>
              </a:defRPr>
            </a:lvl1pPr>
            <a:lvl2pPr>
              <a:defRPr sz="1500" b="0">
                <a:solidFill>
                  <a:srgbClr val="25323C"/>
                </a:solidFill>
              </a:defRPr>
            </a:lvl2pPr>
            <a:lvl3pPr>
              <a:defRPr sz="1500" b="0">
                <a:solidFill>
                  <a:srgbClr val="25323C"/>
                </a:solidFill>
              </a:defRPr>
            </a:lvl3pPr>
            <a:lvl4pPr>
              <a:defRPr sz="1500" b="0">
                <a:solidFill>
                  <a:srgbClr val="25323C"/>
                </a:solidFill>
              </a:defRPr>
            </a:lvl4pPr>
            <a:lvl5pPr>
              <a:defRPr sz="1500" b="0">
                <a:solidFill>
                  <a:srgbClr val="25323C"/>
                </a:solidFill>
              </a:defRPr>
            </a:lvl5pPr>
            <a:lvl6pPr>
              <a:defRPr sz="1500" b="0">
                <a:solidFill>
                  <a:srgbClr val="25323C"/>
                </a:solidFill>
              </a:defRPr>
            </a:lvl6pPr>
            <a:lvl7pPr>
              <a:defRPr sz="1500" b="0">
                <a:solidFill>
                  <a:srgbClr val="25323C"/>
                </a:solidFill>
              </a:defRPr>
            </a:lvl7pPr>
            <a:lvl8pPr>
              <a:defRPr sz="1500" b="0">
                <a:solidFill>
                  <a:srgbClr val="25323C"/>
                </a:solidFill>
              </a:defRPr>
            </a:lvl8pPr>
            <a:lvl9pPr>
              <a:defRPr sz="1500" b="0">
                <a:solidFill>
                  <a:srgbClr val="25323C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預覽 JSON</a:t>
            </a:r>
          </a:p>
          <a:p xmlns:a="http://schemas.openxmlformats.org/drawingml/2006/main"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使用者確認下載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23D385-9C29-46BB-B20F-074E363E7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990975"/>
            <a:ext cx="1905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115444-1C0B-4E60-826B-771FFFD32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95775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65A69"/>
                </a:solidFill>
              </a:defRPr>
            </a:defPPr>
            <a:lvl1pPr>
              <a:defRPr sz="1950" b="1">
                <a:solidFill>
                  <a:srgbClr val="365A69"/>
                </a:solidFill>
              </a:defRPr>
            </a:lvl1pPr>
            <a:lvl2pPr>
              <a:defRPr sz="1950" b="1">
                <a:solidFill>
                  <a:srgbClr val="365A69"/>
                </a:solidFill>
              </a:defRPr>
            </a:lvl2pPr>
            <a:lvl3pPr>
              <a:defRPr sz="1950" b="1">
                <a:solidFill>
                  <a:srgbClr val="365A69"/>
                </a:solidFill>
              </a:defRPr>
            </a:lvl3pPr>
            <a:lvl4pPr>
              <a:defRPr sz="1950" b="1">
                <a:solidFill>
                  <a:srgbClr val="365A69"/>
                </a:solidFill>
              </a:defRPr>
            </a:lvl4pPr>
            <a:lvl5pPr>
              <a:defRPr sz="1950" b="1">
                <a:solidFill>
                  <a:srgbClr val="365A69"/>
                </a:solidFill>
              </a:defRPr>
            </a:lvl5pPr>
            <a:lvl6pPr>
              <a:defRPr sz="1950" b="1">
                <a:solidFill>
                  <a:srgbClr val="365A69"/>
                </a:solidFill>
              </a:defRPr>
            </a:lvl6pPr>
            <a:lvl7pPr>
              <a:defRPr sz="1950" b="1">
                <a:solidFill>
                  <a:srgbClr val="365A69"/>
                </a:solidFill>
              </a:defRPr>
            </a:lvl7pPr>
            <a:lvl8pPr>
              <a:defRPr sz="1950" b="1">
                <a:solidFill>
                  <a:srgbClr val="365A69"/>
                </a:solidFill>
              </a:defRPr>
            </a:lvl8pPr>
            <a:lvl9pPr>
              <a:defRPr sz="1950" b="1">
                <a:solidFill>
                  <a:srgbClr val="365A69"/>
                </a:solidFill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65A69"/>
                </a:solidFill>
              </a:defRPr>
            </a:pPr>
            <a:r>
              <a:rPr sz="1950" b="1">
                <a:solidFill>
                  <a:srgbClr val="365A69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8A8CDC-97B2-4BDD-9C4E-D1A25F3F2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295775"/>
            <a:ext cx="2324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202A33"/>
                </a:solidFill>
              </a:defRPr>
            </a:defPPr>
            <a:lvl1pPr>
              <a:defRPr sz="1800" b="1">
                <a:solidFill>
                  <a:srgbClr val="202A33"/>
                </a:solidFill>
              </a:defRPr>
            </a:lvl1pPr>
            <a:lvl2pPr>
              <a:defRPr sz="1800" b="1">
                <a:solidFill>
                  <a:srgbClr val="202A33"/>
                </a:solidFill>
              </a:defRPr>
            </a:lvl2pPr>
            <a:lvl3pPr>
              <a:defRPr sz="1800" b="1">
                <a:solidFill>
                  <a:srgbClr val="202A33"/>
                </a:solidFill>
              </a:defRPr>
            </a:lvl3pPr>
            <a:lvl4pPr>
              <a:defRPr sz="1800" b="1">
                <a:solidFill>
                  <a:srgbClr val="202A33"/>
                </a:solidFill>
              </a:defRPr>
            </a:lvl4pPr>
            <a:lvl5pPr>
              <a:defRPr sz="1800" b="1">
                <a:solidFill>
                  <a:srgbClr val="202A33"/>
                </a:solidFill>
              </a:defRPr>
            </a:lvl5pPr>
            <a:lvl6pPr>
              <a:defRPr sz="1800" b="1">
                <a:solidFill>
                  <a:srgbClr val="202A33"/>
                </a:solidFill>
              </a:defRPr>
            </a:lvl6pPr>
            <a:lvl7pPr>
              <a:defRPr sz="1800" b="1">
                <a:solidFill>
                  <a:srgbClr val="202A33"/>
                </a:solidFill>
              </a:defRPr>
            </a:lvl7pPr>
            <a:lvl8pPr>
              <a:defRPr sz="1800" b="1">
                <a:solidFill>
                  <a:srgbClr val="202A33"/>
                </a:solidFill>
              </a:defRPr>
            </a:lvl8pPr>
            <a:lvl9pPr>
              <a:defRPr sz="1800" b="1">
                <a:solidFill>
                  <a:srgbClr val="202A33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202A33"/>
                </a:solidFill>
              </a:defRPr>
            </a:pPr>
            <a:r>
              <a:rPr sz="1800" b="1">
                <a:solidFill>
                  <a:srgbClr val="202A33"/>
                </a:solidFill>
              </a:rPr>
              <a:t>交給 Copilot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9BCB82-25AF-400F-88AC-FF1339153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295775"/>
            <a:ext cx="3905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25323C"/>
                </a:solidFill>
              </a:defRPr>
            </a:defPPr>
            <a:lvl1pPr>
              <a:defRPr sz="1500" b="0">
                <a:solidFill>
                  <a:srgbClr val="25323C"/>
                </a:solidFill>
              </a:defRPr>
            </a:lvl1pPr>
            <a:lvl2pPr>
              <a:defRPr sz="1500" b="0">
                <a:solidFill>
                  <a:srgbClr val="25323C"/>
                </a:solidFill>
              </a:defRPr>
            </a:lvl2pPr>
            <a:lvl3pPr>
              <a:defRPr sz="1500" b="0">
                <a:solidFill>
                  <a:srgbClr val="25323C"/>
                </a:solidFill>
              </a:defRPr>
            </a:lvl3pPr>
            <a:lvl4pPr>
              <a:defRPr sz="1500" b="0">
                <a:solidFill>
                  <a:srgbClr val="25323C"/>
                </a:solidFill>
              </a:defRPr>
            </a:lvl4pPr>
            <a:lvl5pPr>
              <a:defRPr sz="1500" b="0">
                <a:solidFill>
                  <a:srgbClr val="25323C"/>
                </a:solidFill>
              </a:defRPr>
            </a:lvl5pPr>
            <a:lvl6pPr>
              <a:defRPr sz="1500" b="0">
                <a:solidFill>
                  <a:srgbClr val="25323C"/>
                </a:solidFill>
              </a:defRPr>
            </a:lvl6pPr>
            <a:lvl7pPr>
              <a:defRPr sz="1500" b="0">
                <a:solidFill>
                  <a:srgbClr val="25323C"/>
                </a:solidFill>
              </a:defRPr>
            </a:lvl7pPr>
            <a:lvl8pPr>
              <a:defRPr sz="1500" b="0">
                <a:solidFill>
                  <a:srgbClr val="25323C"/>
                </a:solidFill>
              </a:defRPr>
            </a:lvl8pPr>
            <a:lvl9pPr>
              <a:defRPr sz="1500" b="0">
                <a:solidFill>
                  <a:srgbClr val="25323C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手動上傳 JSON</a:t>
            </a:r>
          </a:p>
          <a:p xmlns:a="http://schemas.openxmlformats.org/drawingml/2006/main"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貼固定提示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B95ADC-B0A5-489F-8B1D-D64F727F0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857750"/>
            <a:ext cx="1905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CBC33F-241F-4840-9103-C913CEBD2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6255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65A69"/>
                </a:solidFill>
              </a:defRPr>
            </a:defPPr>
            <a:lvl1pPr>
              <a:defRPr sz="1950" b="1">
                <a:solidFill>
                  <a:srgbClr val="365A69"/>
                </a:solidFill>
              </a:defRPr>
            </a:lvl1pPr>
            <a:lvl2pPr>
              <a:defRPr sz="1950" b="1">
                <a:solidFill>
                  <a:srgbClr val="365A69"/>
                </a:solidFill>
              </a:defRPr>
            </a:lvl2pPr>
            <a:lvl3pPr>
              <a:defRPr sz="1950" b="1">
                <a:solidFill>
                  <a:srgbClr val="365A69"/>
                </a:solidFill>
              </a:defRPr>
            </a:lvl3pPr>
            <a:lvl4pPr>
              <a:defRPr sz="1950" b="1">
                <a:solidFill>
                  <a:srgbClr val="365A69"/>
                </a:solidFill>
              </a:defRPr>
            </a:lvl4pPr>
            <a:lvl5pPr>
              <a:defRPr sz="1950" b="1">
                <a:solidFill>
                  <a:srgbClr val="365A69"/>
                </a:solidFill>
              </a:defRPr>
            </a:lvl5pPr>
            <a:lvl6pPr>
              <a:defRPr sz="1950" b="1">
                <a:solidFill>
                  <a:srgbClr val="365A69"/>
                </a:solidFill>
              </a:defRPr>
            </a:lvl6pPr>
            <a:lvl7pPr>
              <a:defRPr sz="1950" b="1">
                <a:solidFill>
                  <a:srgbClr val="365A69"/>
                </a:solidFill>
              </a:defRPr>
            </a:lvl7pPr>
            <a:lvl8pPr>
              <a:defRPr sz="1950" b="1">
                <a:solidFill>
                  <a:srgbClr val="365A69"/>
                </a:solidFill>
              </a:defRPr>
            </a:lvl8pPr>
            <a:lvl9pPr>
              <a:defRPr sz="1950" b="1">
                <a:solidFill>
                  <a:srgbClr val="365A69"/>
                </a:solidFill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65A69"/>
                </a:solidFill>
              </a:defRPr>
            </a:pPr>
            <a:r>
              <a:rPr sz="1950" b="1">
                <a:solidFill>
                  <a:srgbClr val="365A69"/>
                </a:solidFill>
              </a:rPr>
              <a:t>05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F30607-DFC6-4610-A749-D4AABB518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162550"/>
            <a:ext cx="2324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202A33"/>
                </a:solidFill>
              </a:defRPr>
            </a:defPPr>
            <a:lvl1pPr>
              <a:defRPr sz="1800" b="1">
                <a:solidFill>
                  <a:srgbClr val="202A33"/>
                </a:solidFill>
              </a:defRPr>
            </a:lvl1pPr>
            <a:lvl2pPr>
              <a:defRPr sz="1800" b="1">
                <a:solidFill>
                  <a:srgbClr val="202A33"/>
                </a:solidFill>
              </a:defRPr>
            </a:lvl2pPr>
            <a:lvl3pPr>
              <a:defRPr sz="1800" b="1">
                <a:solidFill>
                  <a:srgbClr val="202A33"/>
                </a:solidFill>
              </a:defRPr>
            </a:lvl3pPr>
            <a:lvl4pPr>
              <a:defRPr sz="1800" b="1">
                <a:solidFill>
                  <a:srgbClr val="202A33"/>
                </a:solidFill>
              </a:defRPr>
            </a:lvl4pPr>
            <a:lvl5pPr>
              <a:defRPr sz="1800" b="1">
                <a:solidFill>
                  <a:srgbClr val="202A33"/>
                </a:solidFill>
              </a:defRPr>
            </a:lvl5pPr>
            <a:lvl6pPr>
              <a:defRPr sz="1800" b="1">
                <a:solidFill>
                  <a:srgbClr val="202A33"/>
                </a:solidFill>
              </a:defRPr>
            </a:lvl6pPr>
            <a:lvl7pPr>
              <a:defRPr sz="1800" b="1">
                <a:solidFill>
                  <a:srgbClr val="202A33"/>
                </a:solidFill>
              </a:defRPr>
            </a:lvl7pPr>
            <a:lvl8pPr>
              <a:defRPr sz="1800" b="1">
                <a:solidFill>
                  <a:srgbClr val="202A33"/>
                </a:solidFill>
              </a:defRPr>
            </a:lvl8pPr>
            <a:lvl9pPr>
              <a:defRPr sz="1800" b="1">
                <a:solidFill>
                  <a:srgbClr val="202A33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202A33"/>
                </a:solidFill>
              </a:defRPr>
            </a:pPr>
            <a:r>
              <a:rPr sz="1800" b="1">
                <a:solidFill>
                  <a:srgbClr val="202A33"/>
                </a:solidFill>
              </a:rPr>
              <a:t>人工覆核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B5831FB-6D4C-44D5-93CF-82D862007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162550"/>
            <a:ext cx="3905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25323C"/>
                </a:solidFill>
              </a:defRPr>
            </a:defPPr>
            <a:lvl1pPr>
              <a:defRPr sz="1500" b="0">
                <a:solidFill>
                  <a:srgbClr val="25323C"/>
                </a:solidFill>
              </a:defRPr>
            </a:lvl1pPr>
            <a:lvl2pPr>
              <a:defRPr sz="1500" b="0">
                <a:solidFill>
                  <a:srgbClr val="25323C"/>
                </a:solidFill>
              </a:defRPr>
            </a:lvl2pPr>
            <a:lvl3pPr>
              <a:defRPr sz="1500" b="0">
                <a:solidFill>
                  <a:srgbClr val="25323C"/>
                </a:solidFill>
              </a:defRPr>
            </a:lvl3pPr>
            <a:lvl4pPr>
              <a:defRPr sz="1500" b="0">
                <a:solidFill>
                  <a:srgbClr val="25323C"/>
                </a:solidFill>
              </a:defRPr>
            </a:lvl4pPr>
            <a:lvl5pPr>
              <a:defRPr sz="1500" b="0">
                <a:solidFill>
                  <a:srgbClr val="25323C"/>
                </a:solidFill>
              </a:defRPr>
            </a:lvl5pPr>
            <a:lvl6pPr>
              <a:defRPr sz="1500" b="0">
                <a:solidFill>
                  <a:srgbClr val="25323C"/>
                </a:solidFill>
              </a:defRPr>
            </a:lvl6pPr>
            <a:lvl7pPr>
              <a:defRPr sz="1500" b="0">
                <a:solidFill>
                  <a:srgbClr val="25323C"/>
                </a:solidFill>
              </a:defRPr>
            </a:lvl7pPr>
            <a:lvl8pPr>
              <a:defRPr sz="1500" b="0">
                <a:solidFill>
                  <a:srgbClr val="25323C"/>
                </a:solidFill>
              </a:defRPr>
            </a:lvl8pPr>
            <a:lvl9pPr>
              <a:defRPr sz="1500" b="0">
                <a:solidFill>
                  <a:srgbClr val="25323C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回查 evidence</a:t>
            </a:r>
          </a:p>
          <a:p xmlns:a="http://schemas.openxmlformats.org/drawingml/2006/main"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完成正式審查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1AB866-EDB7-44EA-98CF-357060D9E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1809750"/>
            <a:ext cx="190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2391BB-A4F4-4C6B-9F57-DB2F20227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809750"/>
            <a:ext cx="2209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365A69"/>
                </a:solidFill>
              </a:defRPr>
            </a:defPPr>
            <a:lvl1pPr>
              <a:defRPr sz="1500" b="1">
                <a:solidFill>
                  <a:srgbClr val="365A69"/>
                </a:solidFill>
              </a:defRPr>
            </a:lvl1pPr>
            <a:lvl2pPr>
              <a:defRPr sz="1500" b="1">
                <a:solidFill>
                  <a:srgbClr val="365A69"/>
                </a:solidFill>
              </a:defRPr>
            </a:lvl2pPr>
            <a:lvl3pPr>
              <a:defRPr sz="1500" b="1">
                <a:solidFill>
                  <a:srgbClr val="365A69"/>
                </a:solidFill>
              </a:defRPr>
            </a:lvl3pPr>
            <a:lvl4pPr>
              <a:defRPr sz="1500" b="1">
                <a:solidFill>
                  <a:srgbClr val="365A69"/>
                </a:solidFill>
              </a:defRPr>
            </a:lvl4pPr>
            <a:lvl5pPr>
              <a:defRPr sz="1500" b="1">
                <a:solidFill>
                  <a:srgbClr val="365A69"/>
                </a:solidFill>
              </a:defRPr>
            </a:lvl5pPr>
            <a:lvl6pPr>
              <a:defRPr sz="1500" b="1">
                <a:solidFill>
                  <a:srgbClr val="365A69"/>
                </a:solidFill>
              </a:defRPr>
            </a:lvl6pPr>
            <a:lvl7pPr>
              <a:defRPr sz="1500" b="1">
                <a:solidFill>
                  <a:srgbClr val="365A69"/>
                </a:solidFill>
              </a:defRPr>
            </a:lvl7pPr>
            <a:lvl8pPr>
              <a:defRPr sz="1500" b="1">
                <a:solidFill>
                  <a:srgbClr val="365A69"/>
                </a:solidFill>
              </a:defRPr>
            </a:lvl8pPr>
            <a:lvl9pPr>
              <a:defRPr sz="1500" b="1">
                <a:solidFill>
                  <a:srgbClr val="365A69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365A69"/>
                </a:solidFill>
              </a:defRPr>
            </a:pPr>
            <a:r>
              <a:rPr sz="1500" b="1">
                <a:solidFill>
                  <a:srgbClr val="365A69"/>
                </a:solidFill>
              </a:rPr>
              <a:t>資料交接控制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6B1854-D837-4031-B1DA-249984F12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343150"/>
            <a:ext cx="23812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25323C"/>
                </a:solidFill>
              </a:defRPr>
            </a:defPPr>
            <a:lvl1pPr>
              <a:defRPr sz="1425" b="0">
                <a:solidFill>
                  <a:srgbClr val="25323C"/>
                </a:solidFill>
              </a:defRPr>
            </a:lvl1pPr>
            <a:lvl2pPr>
              <a:defRPr sz="1425" b="0">
                <a:solidFill>
                  <a:srgbClr val="25323C"/>
                </a:solidFill>
              </a:defRPr>
            </a:lvl2pPr>
            <a:lvl3pPr>
              <a:defRPr sz="1425" b="0">
                <a:solidFill>
                  <a:srgbClr val="25323C"/>
                </a:solidFill>
              </a:defRPr>
            </a:lvl3pPr>
            <a:lvl4pPr>
              <a:defRPr sz="1425" b="0">
                <a:solidFill>
                  <a:srgbClr val="25323C"/>
                </a:solidFill>
              </a:defRPr>
            </a:lvl4pPr>
            <a:lvl5pPr>
              <a:defRPr sz="1425" b="0">
                <a:solidFill>
                  <a:srgbClr val="25323C"/>
                </a:solidFill>
              </a:defRPr>
            </a:lvl5pPr>
            <a:lvl6pPr>
              <a:defRPr sz="1425" b="0">
                <a:solidFill>
                  <a:srgbClr val="25323C"/>
                </a:solidFill>
              </a:defRPr>
            </a:lvl6pPr>
            <a:lvl7pPr>
              <a:defRPr sz="1425" b="0">
                <a:solidFill>
                  <a:srgbClr val="25323C"/>
                </a:solidFill>
              </a:defRPr>
            </a:lvl7pPr>
            <a:lvl8pPr>
              <a:defRPr sz="1425" b="0">
                <a:solidFill>
                  <a:srgbClr val="25323C"/>
                </a:solidFill>
              </a:defRPr>
            </a:lvl8pPr>
            <a:lvl9pPr>
              <a:defRPr sz="1425" b="0">
                <a:solidFill>
                  <a:srgbClr val="25323C"/>
                </a:solidFill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25323C"/>
                </a:solidFill>
              </a:defRPr>
            </a:pPr>
            <a:r>
              <a:rPr sz="1425" b="0">
                <a:solidFill>
                  <a:srgbClr val="25323C"/>
                </a:solidFill>
              </a:rPr>
              <a:t>原始 SQL 留在瀏覽器</a:t>
            </a:r>
          </a:p>
          <a:p xmlns:a="http://schemas.openxmlformats.org/drawingml/2006/main">
            <a:pPr>
              <a:defRPr sz="1425" b="0">
                <a:solidFill>
                  <a:srgbClr val="25323C"/>
                </a:solidFill>
              </a:defRPr>
            </a:pPr>
            <a:r>
              <a:rPr sz="1425" b="0">
                <a:solidFill>
                  <a:srgbClr val="25323C"/>
                </a:solidFill>
              </a:rPr>
              <a:t>摘要不含 SQL 片段</a:t>
            </a:r>
          </a:p>
          <a:p xmlns:a="http://schemas.openxmlformats.org/drawingml/2006/main">
            <a:pPr>
              <a:defRPr sz="1425" b="0">
                <a:solidFill>
                  <a:srgbClr val="25323C"/>
                </a:solidFill>
              </a:defRPr>
            </a:pPr>
            <a:r>
              <a:rPr sz="1425" b="0">
                <a:solidFill>
                  <a:srgbClr val="25323C"/>
                </a:solidFill>
              </a:rPr>
              <a:t>下載前明確確認</a:t>
            </a:r>
          </a:p>
          <a:p xmlns:a="http://schemas.openxmlformats.org/drawingml/2006/main">
            <a:pPr>
              <a:defRPr sz="1425" b="0">
                <a:solidFill>
                  <a:srgbClr val="25323C"/>
                </a:solidFill>
              </a:defRPr>
            </a:pPr>
            <a:r>
              <a:rPr sz="1425" b="0">
                <a:solidFill>
                  <a:srgbClr val="25323C"/>
                </a:solidFill>
              </a:rPr>
              <a:t>不自動傳送至 Copilot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259C23-F9A2-48F4-B3B9-F8FF89872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524375"/>
            <a:ext cx="23336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9656E"/>
                </a:solidFill>
              </a:defRPr>
            </a:defPPr>
            <a:lvl1pPr>
              <a:defRPr sz="1200" b="0">
                <a:solidFill>
                  <a:srgbClr val="59656E"/>
                </a:solidFill>
              </a:defRPr>
            </a:lvl1pPr>
            <a:lvl2pPr>
              <a:defRPr sz="1200" b="0">
                <a:solidFill>
                  <a:srgbClr val="59656E"/>
                </a:solidFill>
              </a:defRPr>
            </a:lvl2pPr>
            <a:lvl3pPr>
              <a:defRPr sz="1200" b="0">
                <a:solidFill>
                  <a:srgbClr val="59656E"/>
                </a:solidFill>
              </a:defRPr>
            </a:lvl3pPr>
            <a:lvl4pPr>
              <a:defRPr sz="1200" b="0">
                <a:solidFill>
                  <a:srgbClr val="59656E"/>
                </a:solidFill>
              </a:defRPr>
            </a:lvl4pPr>
            <a:lvl5pPr>
              <a:defRPr sz="1200" b="0">
                <a:solidFill>
                  <a:srgbClr val="59656E"/>
                </a:solidFill>
              </a:defRPr>
            </a:lvl5pPr>
            <a:lvl6pPr>
              <a:defRPr sz="1200" b="0">
                <a:solidFill>
                  <a:srgbClr val="59656E"/>
                </a:solidFill>
              </a:defRPr>
            </a:lvl6pPr>
            <a:lvl7pPr>
              <a:defRPr sz="1200" b="0">
                <a:solidFill>
                  <a:srgbClr val="59656E"/>
                </a:solidFill>
              </a:defRPr>
            </a:lvl7pPr>
            <a:lvl8pPr>
              <a:defRPr sz="1200" b="0">
                <a:solidFill>
                  <a:srgbClr val="59656E"/>
                </a:solidFill>
              </a:defRPr>
            </a:lvl8pPr>
            <a:lvl9pPr>
              <a:defRPr sz="1200" b="0">
                <a:solidFill>
                  <a:srgbClr val="59656E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6E"/>
                </a:solidFill>
              </a:defRPr>
            </a:pPr>
            <a:r>
              <a:rPr sz="1200" b="0">
                <a:solidFill>
                  <a:srgbClr val="59656E"/>
                </a:solidFill>
              </a:rPr>
              <a:t>MVP 使用手動檔案上傳；不依賴 Copilot Studio 或 API 動作授權。</a:t>
            </a:r>
          </a:p>
        </p:txBody>
      </p:sp>
    </p:spTree>
    <p:extLst>
      <p:ext uri="{BB962C8B-B14F-4D97-AF65-F5344CB8AC3E}">
        <p14:creationId xmlns:p14="http://schemas.microsoft.com/office/powerpoint/2010/main" val="268393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956FAF-740A-4815-AFFA-E43CF07AA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202A33"/>
                </a:solidFill>
              </a:defRPr>
            </a:defPPr>
            <a:lvl1pPr>
              <a:defRPr sz="1125" b="1">
                <a:solidFill>
                  <a:srgbClr val="202A33"/>
                </a:solidFill>
              </a:defRPr>
            </a:lvl1pPr>
            <a:lvl2pPr>
              <a:defRPr sz="1125" b="1">
                <a:solidFill>
                  <a:srgbClr val="202A33"/>
                </a:solidFill>
              </a:defRPr>
            </a:lvl2pPr>
            <a:lvl3pPr>
              <a:defRPr sz="1125" b="1">
                <a:solidFill>
                  <a:srgbClr val="202A33"/>
                </a:solidFill>
              </a:defRPr>
            </a:lvl3pPr>
            <a:lvl4pPr>
              <a:defRPr sz="1125" b="1">
                <a:solidFill>
                  <a:srgbClr val="202A33"/>
                </a:solidFill>
              </a:defRPr>
            </a:lvl4pPr>
            <a:lvl5pPr>
              <a:defRPr sz="1125" b="1">
                <a:solidFill>
                  <a:srgbClr val="202A33"/>
                </a:solidFill>
              </a:defRPr>
            </a:lvl5pPr>
            <a:lvl6pPr>
              <a:defRPr sz="1125" b="1">
                <a:solidFill>
                  <a:srgbClr val="202A33"/>
                </a:solidFill>
              </a:defRPr>
            </a:lvl6pPr>
            <a:lvl7pPr>
              <a:defRPr sz="1125" b="1">
                <a:solidFill>
                  <a:srgbClr val="202A33"/>
                </a:solidFill>
              </a:defRPr>
            </a:lvl7pPr>
            <a:lvl8pPr>
              <a:defRPr sz="1125" b="1">
                <a:solidFill>
                  <a:srgbClr val="202A33"/>
                </a:solidFill>
              </a:defRPr>
            </a:lvl8pPr>
            <a:lvl9pPr>
              <a:defRPr sz="1125" b="1">
                <a:solidFill>
                  <a:srgbClr val="202A33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202A33"/>
                </a:solidFill>
              </a:defRPr>
            </a:pPr>
            <a:r>
              <a:rPr sz="1125" b="1">
                <a:solidFill>
                  <a:srgbClr val="202A33"/>
                </a:solidFill>
              </a:rPr>
              <a:t>SQL SPA TOOLS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0B84A9-F648-4420-B3A1-BE3E17DE8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11087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202A33"/>
                </a:solidFill>
              </a:defRPr>
            </a:defPPr>
            <a:lvl1pPr>
              <a:defRPr sz="2850" b="1">
                <a:solidFill>
                  <a:srgbClr val="202A33"/>
                </a:solidFill>
              </a:defRPr>
            </a:lvl1pPr>
            <a:lvl2pPr>
              <a:defRPr sz="2850" b="1">
                <a:solidFill>
                  <a:srgbClr val="202A33"/>
                </a:solidFill>
              </a:defRPr>
            </a:lvl2pPr>
            <a:lvl3pPr>
              <a:defRPr sz="2850" b="1">
                <a:solidFill>
                  <a:srgbClr val="202A33"/>
                </a:solidFill>
              </a:defRPr>
            </a:lvl3pPr>
            <a:lvl4pPr>
              <a:defRPr sz="2850" b="1">
                <a:solidFill>
                  <a:srgbClr val="202A33"/>
                </a:solidFill>
              </a:defRPr>
            </a:lvl4pPr>
            <a:lvl5pPr>
              <a:defRPr sz="2850" b="1">
                <a:solidFill>
                  <a:srgbClr val="202A33"/>
                </a:solidFill>
              </a:defRPr>
            </a:lvl5pPr>
            <a:lvl6pPr>
              <a:defRPr sz="2850" b="1">
                <a:solidFill>
                  <a:srgbClr val="202A33"/>
                </a:solidFill>
              </a:defRPr>
            </a:lvl6pPr>
            <a:lvl7pPr>
              <a:defRPr sz="2850" b="1">
                <a:solidFill>
                  <a:srgbClr val="202A33"/>
                </a:solidFill>
              </a:defRPr>
            </a:lvl7pPr>
            <a:lvl8pPr>
              <a:defRPr sz="2850" b="1">
                <a:solidFill>
                  <a:srgbClr val="202A33"/>
                </a:solidFill>
              </a:defRPr>
            </a:lvl8pPr>
            <a:lvl9pPr>
              <a:defRPr sz="2850" b="1">
                <a:solidFill>
                  <a:srgbClr val="202A33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202A33"/>
                </a:solidFill>
              </a:defRPr>
            </a:pPr>
            <a:r>
              <a:rPr sz="2850" b="1">
                <a:solidFill>
                  <a:srgbClr val="202A33"/>
                </a:solidFill>
              </a:rPr>
              <a:t>合成案例預期可追出兩個下游欄位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957C32-DF54-48E4-B318-F41AE0495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23975"/>
            <a:ext cx="11087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B7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DCADF2-1FED-44FE-B866-E8C4C5B44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108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59656E"/>
                </a:solidFill>
              </a:defRPr>
            </a:defPPr>
            <a:lvl1pPr>
              <a:defRPr sz="900" b="0">
                <a:solidFill>
                  <a:srgbClr val="59656E"/>
                </a:solidFill>
              </a:defRPr>
            </a:lvl1pPr>
            <a:lvl2pPr>
              <a:defRPr sz="900" b="0">
                <a:solidFill>
                  <a:srgbClr val="59656E"/>
                </a:solidFill>
              </a:defRPr>
            </a:lvl2pPr>
            <a:lvl3pPr>
              <a:defRPr sz="900" b="0">
                <a:solidFill>
                  <a:srgbClr val="59656E"/>
                </a:solidFill>
              </a:defRPr>
            </a:lvl3pPr>
            <a:lvl4pPr>
              <a:defRPr sz="900" b="0">
                <a:solidFill>
                  <a:srgbClr val="59656E"/>
                </a:solidFill>
              </a:defRPr>
            </a:lvl4pPr>
            <a:lvl5pPr>
              <a:defRPr sz="900" b="0">
                <a:solidFill>
                  <a:srgbClr val="59656E"/>
                </a:solidFill>
              </a:defRPr>
            </a:lvl5pPr>
            <a:lvl6pPr>
              <a:defRPr sz="900" b="0">
                <a:solidFill>
                  <a:srgbClr val="59656E"/>
                </a:solidFill>
              </a:defRPr>
            </a:lvl6pPr>
            <a:lvl7pPr>
              <a:defRPr sz="900" b="0">
                <a:solidFill>
                  <a:srgbClr val="59656E"/>
                </a:solidFill>
              </a:defRPr>
            </a:lvl7pPr>
            <a:lvl8pPr>
              <a:defRPr sz="900" b="0">
                <a:solidFill>
                  <a:srgbClr val="59656E"/>
                </a:solidFill>
              </a:defRPr>
            </a:lvl8pPr>
            <a:lvl9pPr>
              <a:defRPr sz="900" b="0">
                <a:solidFill>
                  <a:srgbClr val="59656E"/>
                </a:solidFill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59656E"/>
                </a:solidFill>
              </a:defRPr>
            </a:pPr>
            <a:r>
              <a:rPr sz="900" b="0">
                <a:solidFill>
                  <a:srgbClr val="59656E"/>
                </a:solidFill>
              </a:rPr>
              <a:t>鎖頭銀行 M365 COPILOT 黑客松  •  2026.10  |  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DAEA6F-BF13-40D8-ABF9-B2F6D3A18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B7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9896A6-785B-4E5B-A859-A1E7F664C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04975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202A33"/>
                </a:solidFill>
              </a:defRPr>
            </a:defPPr>
            <a:lvl1pPr>
              <a:defRPr sz="1050" b="1">
                <a:solidFill>
                  <a:srgbClr val="202A33"/>
                </a:solidFill>
              </a:defRPr>
            </a:lvl1pPr>
            <a:lvl2pPr>
              <a:defRPr sz="1050" b="1">
                <a:solidFill>
                  <a:srgbClr val="202A33"/>
                </a:solidFill>
              </a:defRPr>
            </a:lvl2pPr>
            <a:lvl3pPr>
              <a:defRPr sz="1050" b="1">
                <a:solidFill>
                  <a:srgbClr val="202A33"/>
                </a:solidFill>
              </a:defRPr>
            </a:lvl3pPr>
            <a:lvl4pPr>
              <a:defRPr sz="1050" b="1">
                <a:solidFill>
                  <a:srgbClr val="202A33"/>
                </a:solidFill>
              </a:defRPr>
            </a:lvl4pPr>
            <a:lvl5pPr>
              <a:defRPr sz="1050" b="1">
                <a:solidFill>
                  <a:srgbClr val="202A33"/>
                </a:solidFill>
              </a:defRPr>
            </a:lvl5pPr>
            <a:lvl6pPr>
              <a:defRPr sz="1050" b="1">
                <a:solidFill>
                  <a:srgbClr val="202A33"/>
                </a:solidFill>
              </a:defRPr>
            </a:lvl6pPr>
            <a:lvl7pPr>
              <a:defRPr sz="1050" b="1">
                <a:solidFill>
                  <a:srgbClr val="202A33"/>
                </a:solidFill>
              </a:defRPr>
            </a:lvl7pPr>
            <a:lvl8pPr>
              <a:defRPr sz="1050" b="1">
                <a:solidFill>
                  <a:srgbClr val="202A33"/>
                </a:solidFill>
              </a:defRPr>
            </a:lvl8pPr>
            <a:lvl9pPr>
              <a:defRPr sz="1050" b="1">
                <a:solidFill>
                  <a:srgbClr val="202A33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202A33"/>
                </a:solidFill>
              </a:defRPr>
            </a:pPr>
            <a:r>
              <a:rPr sz="1050" b="1">
                <a:solidFill>
                  <a:srgbClr val="202A33"/>
                </a:solidFill>
              </a:rPr>
              <a:t>固定 UAT 案例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34B792-D89A-428B-8DD0-F691C3547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1057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202A33"/>
                </a:solidFill>
              </a:defRPr>
            </a:defPPr>
            <a:lvl1pPr>
              <a:defRPr sz="2025" b="1">
                <a:solidFill>
                  <a:srgbClr val="202A33"/>
                </a:solidFill>
              </a:defRPr>
            </a:lvl1pPr>
            <a:lvl2pPr>
              <a:defRPr sz="2025" b="1">
                <a:solidFill>
                  <a:srgbClr val="202A33"/>
                </a:solidFill>
              </a:defRPr>
            </a:lvl2pPr>
            <a:lvl3pPr>
              <a:defRPr sz="2025" b="1">
                <a:solidFill>
                  <a:srgbClr val="202A33"/>
                </a:solidFill>
              </a:defRPr>
            </a:lvl3pPr>
            <a:lvl4pPr>
              <a:defRPr sz="2025" b="1">
                <a:solidFill>
                  <a:srgbClr val="202A33"/>
                </a:solidFill>
              </a:defRPr>
            </a:lvl4pPr>
            <a:lvl5pPr>
              <a:defRPr sz="2025" b="1">
                <a:solidFill>
                  <a:srgbClr val="202A33"/>
                </a:solidFill>
              </a:defRPr>
            </a:lvl5pPr>
            <a:lvl6pPr>
              <a:defRPr sz="2025" b="1">
                <a:solidFill>
                  <a:srgbClr val="202A33"/>
                </a:solidFill>
              </a:defRPr>
            </a:lvl6pPr>
            <a:lvl7pPr>
              <a:defRPr sz="2025" b="1">
                <a:solidFill>
                  <a:srgbClr val="202A33"/>
                </a:solidFill>
              </a:defRPr>
            </a:lvl7pPr>
            <a:lvl8pPr>
              <a:defRPr sz="2025" b="1">
                <a:solidFill>
                  <a:srgbClr val="202A33"/>
                </a:solidFill>
              </a:defRPr>
            </a:lvl8pPr>
            <a:lvl9pPr>
              <a:defRPr sz="2025" b="1">
                <a:solidFill>
                  <a:srgbClr val="202A33"/>
                </a:solidFill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02A33"/>
                </a:solidFill>
              </a:defRPr>
            </a:pPr>
            <a:r>
              <a:rPr sz="2025" b="1">
                <a:solidFill>
                  <a:srgbClr val="202A33"/>
                </a:solidFill>
              </a:rPr>
              <a:t>DEMO_CUSTOMER.CUSTOMER_SEGMENT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72FA73-69B2-48A0-9EA6-4970C3803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57500"/>
            <a:ext cx="2333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59656E"/>
                </a:solidFill>
              </a:defRPr>
            </a:defPPr>
            <a:lvl1pPr>
              <a:defRPr sz="1875" b="1">
                <a:solidFill>
                  <a:srgbClr val="59656E"/>
                </a:solidFill>
              </a:defRPr>
            </a:lvl1pPr>
            <a:lvl2pPr>
              <a:defRPr sz="1875" b="1">
                <a:solidFill>
                  <a:srgbClr val="59656E"/>
                </a:solidFill>
              </a:defRPr>
            </a:lvl2pPr>
            <a:lvl3pPr>
              <a:defRPr sz="1875" b="1">
                <a:solidFill>
                  <a:srgbClr val="59656E"/>
                </a:solidFill>
              </a:defRPr>
            </a:lvl3pPr>
            <a:lvl4pPr>
              <a:defRPr sz="1875" b="1">
                <a:solidFill>
                  <a:srgbClr val="59656E"/>
                </a:solidFill>
              </a:defRPr>
            </a:lvl4pPr>
            <a:lvl5pPr>
              <a:defRPr sz="1875" b="1">
                <a:solidFill>
                  <a:srgbClr val="59656E"/>
                </a:solidFill>
              </a:defRPr>
            </a:lvl5pPr>
            <a:lvl6pPr>
              <a:defRPr sz="1875" b="1">
                <a:solidFill>
                  <a:srgbClr val="59656E"/>
                </a:solidFill>
              </a:defRPr>
            </a:lvl6pPr>
            <a:lvl7pPr>
              <a:defRPr sz="1875" b="1">
                <a:solidFill>
                  <a:srgbClr val="59656E"/>
                </a:solidFill>
              </a:defRPr>
            </a:lvl7pPr>
            <a:lvl8pPr>
              <a:defRPr sz="1875" b="1">
                <a:solidFill>
                  <a:srgbClr val="59656E"/>
                </a:solidFill>
              </a:defRPr>
            </a:lvl8pPr>
            <a:lvl9pPr>
              <a:defRPr sz="1875" b="1">
                <a:solidFill>
                  <a:srgbClr val="59656E"/>
                </a:solidFill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59656E"/>
                </a:solidFill>
              </a:defRPr>
            </a:pPr>
            <a:r>
              <a:rPr sz="1875" b="1">
                <a:solidFill>
                  <a:srgbClr val="59656E"/>
                </a:solidFill>
              </a:rPr>
              <a:t>VARCHAR2(20)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AF53C0-D185-415F-ABE4-E29C65640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876550"/>
            <a:ext cx="438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365A69"/>
                </a:solidFill>
              </a:defRPr>
            </a:defPPr>
            <a:lvl1pPr>
              <a:defRPr sz="2100" b="1">
                <a:solidFill>
                  <a:srgbClr val="365A69"/>
                </a:solidFill>
              </a:defRPr>
            </a:lvl1pPr>
            <a:lvl2pPr>
              <a:defRPr sz="2100" b="1">
                <a:solidFill>
                  <a:srgbClr val="365A69"/>
                </a:solidFill>
              </a:defRPr>
            </a:lvl2pPr>
            <a:lvl3pPr>
              <a:defRPr sz="2100" b="1">
                <a:solidFill>
                  <a:srgbClr val="365A69"/>
                </a:solidFill>
              </a:defRPr>
            </a:lvl3pPr>
            <a:lvl4pPr>
              <a:defRPr sz="2100" b="1">
                <a:solidFill>
                  <a:srgbClr val="365A69"/>
                </a:solidFill>
              </a:defRPr>
            </a:lvl4pPr>
            <a:lvl5pPr>
              <a:defRPr sz="2100" b="1">
                <a:solidFill>
                  <a:srgbClr val="365A69"/>
                </a:solidFill>
              </a:defRPr>
            </a:lvl5pPr>
            <a:lvl6pPr>
              <a:defRPr sz="2100" b="1">
                <a:solidFill>
                  <a:srgbClr val="365A69"/>
                </a:solidFill>
              </a:defRPr>
            </a:lvl6pPr>
            <a:lvl7pPr>
              <a:defRPr sz="2100" b="1">
                <a:solidFill>
                  <a:srgbClr val="365A69"/>
                </a:solidFill>
              </a:defRPr>
            </a:lvl7pPr>
            <a:lvl8pPr>
              <a:defRPr sz="2100" b="1">
                <a:solidFill>
                  <a:srgbClr val="365A69"/>
                </a:solidFill>
              </a:defRPr>
            </a:lvl8pPr>
            <a:lvl9pPr>
              <a:defRPr sz="2100" b="1">
                <a:solidFill>
                  <a:srgbClr val="365A69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365A69"/>
                </a:solidFill>
              </a:defRPr>
            </a:pPr>
            <a:r>
              <a:rPr sz="2100" b="1">
                <a:solidFill>
                  <a:srgbClr val="365A69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5975ED-E488-4E4F-BFD7-2EF6B36AF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857500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365A69"/>
                </a:solidFill>
              </a:defRPr>
            </a:defPPr>
            <a:lvl1pPr>
              <a:defRPr sz="1875" b="1">
                <a:solidFill>
                  <a:srgbClr val="365A69"/>
                </a:solidFill>
              </a:defRPr>
            </a:lvl1pPr>
            <a:lvl2pPr>
              <a:defRPr sz="1875" b="1">
                <a:solidFill>
                  <a:srgbClr val="365A69"/>
                </a:solidFill>
              </a:defRPr>
            </a:lvl2pPr>
            <a:lvl3pPr>
              <a:defRPr sz="1875" b="1">
                <a:solidFill>
                  <a:srgbClr val="365A69"/>
                </a:solidFill>
              </a:defRPr>
            </a:lvl3pPr>
            <a:lvl4pPr>
              <a:defRPr sz="1875" b="1">
                <a:solidFill>
                  <a:srgbClr val="365A69"/>
                </a:solidFill>
              </a:defRPr>
            </a:lvl4pPr>
            <a:lvl5pPr>
              <a:defRPr sz="1875" b="1">
                <a:solidFill>
                  <a:srgbClr val="365A69"/>
                </a:solidFill>
              </a:defRPr>
            </a:lvl5pPr>
            <a:lvl6pPr>
              <a:defRPr sz="1875" b="1">
                <a:solidFill>
                  <a:srgbClr val="365A69"/>
                </a:solidFill>
              </a:defRPr>
            </a:lvl6pPr>
            <a:lvl7pPr>
              <a:defRPr sz="1875" b="1">
                <a:solidFill>
                  <a:srgbClr val="365A69"/>
                </a:solidFill>
              </a:defRPr>
            </a:lvl7pPr>
            <a:lvl8pPr>
              <a:defRPr sz="1875" b="1">
                <a:solidFill>
                  <a:srgbClr val="365A69"/>
                </a:solidFill>
              </a:defRPr>
            </a:lvl8pPr>
            <a:lvl9pPr>
              <a:defRPr sz="1875" b="1">
                <a:solidFill>
                  <a:srgbClr val="365A69"/>
                </a:solidFill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365A69"/>
                </a:solidFill>
              </a:defRPr>
            </a:pPr>
            <a:r>
              <a:rPr sz="1875" b="1">
                <a:solidFill>
                  <a:srgbClr val="365A69"/>
                </a:solidFill>
              </a:rPr>
              <a:t>VARCHAR2(40)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4E79E8-9D16-4A4C-BFF7-3C316CFF5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預期下游影響（expected.json）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D8FC98-9C50-4A4F-BFE9-A621DF10D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371975"/>
            <a:ext cx="28575" cy="1266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1888A4-A523-4A4E-A68F-25B5930C1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862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365A69"/>
                </a:solidFill>
              </a:defRPr>
            </a:defPPr>
            <a:lvl1pPr>
              <a:defRPr sz="1125" b="1">
                <a:solidFill>
                  <a:srgbClr val="365A69"/>
                </a:solidFill>
              </a:defRPr>
            </a:lvl1pPr>
            <a:lvl2pPr>
              <a:defRPr sz="1125" b="1">
                <a:solidFill>
                  <a:srgbClr val="365A69"/>
                </a:solidFill>
              </a:defRPr>
            </a:lvl2pPr>
            <a:lvl3pPr>
              <a:defRPr sz="1125" b="1">
                <a:solidFill>
                  <a:srgbClr val="365A69"/>
                </a:solidFill>
              </a:defRPr>
            </a:lvl3pPr>
            <a:lvl4pPr>
              <a:defRPr sz="1125" b="1">
                <a:solidFill>
                  <a:srgbClr val="365A69"/>
                </a:solidFill>
              </a:defRPr>
            </a:lvl4pPr>
            <a:lvl5pPr>
              <a:defRPr sz="1125" b="1">
                <a:solidFill>
                  <a:srgbClr val="365A69"/>
                </a:solidFill>
              </a:defRPr>
            </a:lvl5pPr>
            <a:lvl6pPr>
              <a:defRPr sz="1125" b="1">
                <a:solidFill>
                  <a:srgbClr val="365A69"/>
                </a:solidFill>
              </a:defRPr>
            </a:lvl6pPr>
            <a:lvl7pPr>
              <a:defRPr sz="1125" b="1">
                <a:solidFill>
                  <a:srgbClr val="365A69"/>
                </a:solidFill>
              </a:defRPr>
            </a:lvl7pPr>
            <a:lvl8pPr>
              <a:defRPr sz="1125" b="1">
                <a:solidFill>
                  <a:srgbClr val="365A69"/>
                </a:solidFill>
              </a:defRPr>
            </a:lvl8pPr>
            <a:lvl9pPr>
              <a:defRPr sz="1125" b="1">
                <a:solidFill>
                  <a:srgbClr val="365A69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365A69"/>
                </a:solidFill>
              </a:defRPr>
            </a:pPr>
            <a:r>
              <a:rPr sz="1125" b="1">
                <a:solidFill>
                  <a:srgbClr val="365A69"/>
                </a:solidFill>
              </a:rPr>
              <a:t>間接｜風險分群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B4E041-00FC-4BF6-BC2B-7754ADB0B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238625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25323C"/>
                </a:solidFill>
              </a:defRPr>
            </a:defPPr>
            <a:lvl1pPr>
              <a:defRPr sz="1650" b="1">
                <a:solidFill>
                  <a:srgbClr val="25323C"/>
                </a:solidFill>
              </a:defRPr>
            </a:lvl1pPr>
            <a:lvl2pPr>
              <a:defRPr sz="1650" b="1">
                <a:solidFill>
                  <a:srgbClr val="25323C"/>
                </a:solidFill>
              </a:defRPr>
            </a:lvl2pPr>
            <a:lvl3pPr>
              <a:defRPr sz="1650" b="1">
                <a:solidFill>
                  <a:srgbClr val="25323C"/>
                </a:solidFill>
              </a:defRPr>
            </a:lvl3pPr>
            <a:lvl4pPr>
              <a:defRPr sz="1650" b="1">
                <a:solidFill>
                  <a:srgbClr val="25323C"/>
                </a:solidFill>
              </a:defRPr>
            </a:lvl4pPr>
            <a:lvl5pPr>
              <a:defRPr sz="1650" b="1">
                <a:solidFill>
                  <a:srgbClr val="25323C"/>
                </a:solidFill>
              </a:defRPr>
            </a:lvl5pPr>
            <a:lvl6pPr>
              <a:defRPr sz="1650" b="1">
                <a:solidFill>
                  <a:srgbClr val="25323C"/>
                </a:solidFill>
              </a:defRPr>
            </a:lvl6pPr>
            <a:lvl7pPr>
              <a:defRPr sz="1650" b="1">
                <a:solidFill>
                  <a:srgbClr val="25323C"/>
                </a:solidFill>
              </a:defRPr>
            </a:lvl7pPr>
            <a:lvl8pPr>
              <a:defRPr sz="1650" b="1">
                <a:solidFill>
                  <a:srgbClr val="25323C"/>
                </a:solidFill>
              </a:defRPr>
            </a:lvl8pPr>
            <a:lvl9pPr>
              <a:defRPr sz="1650" b="1">
                <a:solidFill>
                  <a:srgbClr val="25323C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5323C"/>
                </a:solidFill>
              </a:defRPr>
            </a:pPr>
            <a:r>
              <a:rPr sz="1650" b="1">
                <a:solidFill>
                  <a:srgbClr val="25323C"/>
                </a:solidFill>
              </a:rPr>
              <a:t>DEMO_RISK_SEGMENTATION.RISK_BUCKET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EF5471-0C63-44B5-8E82-6DFFB9419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619625"/>
            <a:ext cx="762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9656E"/>
                </a:solidFill>
              </a:defRPr>
            </a:defPPr>
            <a:lvl1pPr>
              <a:defRPr sz="1200" b="0">
                <a:solidFill>
                  <a:srgbClr val="59656E"/>
                </a:solidFill>
              </a:defRPr>
            </a:lvl1pPr>
            <a:lvl2pPr>
              <a:defRPr sz="1200" b="0">
                <a:solidFill>
                  <a:srgbClr val="59656E"/>
                </a:solidFill>
              </a:defRPr>
            </a:lvl2pPr>
            <a:lvl3pPr>
              <a:defRPr sz="1200" b="0">
                <a:solidFill>
                  <a:srgbClr val="59656E"/>
                </a:solidFill>
              </a:defRPr>
            </a:lvl3pPr>
            <a:lvl4pPr>
              <a:defRPr sz="1200" b="0">
                <a:solidFill>
                  <a:srgbClr val="59656E"/>
                </a:solidFill>
              </a:defRPr>
            </a:lvl4pPr>
            <a:lvl5pPr>
              <a:defRPr sz="1200" b="0">
                <a:solidFill>
                  <a:srgbClr val="59656E"/>
                </a:solidFill>
              </a:defRPr>
            </a:lvl5pPr>
            <a:lvl6pPr>
              <a:defRPr sz="1200" b="0">
                <a:solidFill>
                  <a:srgbClr val="59656E"/>
                </a:solidFill>
              </a:defRPr>
            </a:lvl6pPr>
            <a:lvl7pPr>
              <a:defRPr sz="1200" b="0">
                <a:solidFill>
                  <a:srgbClr val="59656E"/>
                </a:solidFill>
              </a:defRPr>
            </a:lvl7pPr>
            <a:lvl8pPr>
              <a:defRPr sz="1200" b="0">
                <a:solidFill>
                  <a:srgbClr val="59656E"/>
                </a:solidFill>
              </a:defRPr>
            </a:lvl8pPr>
            <a:lvl9pPr>
              <a:defRPr sz="1200" b="0">
                <a:solidFill>
                  <a:srgbClr val="59656E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6E"/>
                </a:solidFill>
              </a:defRPr>
            </a:pPr>
            <a:r>
              <a:rPr sz="1200" b="0">
                <a:solidFill>
                  <a:srgbClr val="59656E"/>
                </a:solidFill>
              </a:rPr>
              <a:t>DEMO_CUSTOMER.CUSTOMER_SEGMENT → 風險分群欄位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92A2A0-3CFF-451E-9DC7-77DE7D56D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33975"/>
            <a:ext cx="1476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365A69"/>
                </a:solidFill>
              </a:defRPr>
            </a:defPPr>
            <a:lvl1pPr>
              <a:defRPr sz="1125" b="1">
                <a:solidFill>
                  <a:srgbClr val="365A69"/>
                </a:solidFill>
              </a:defRPr>
            </a:lvl1pPr>
            <a:lvl2pPr>
              <a:defRPr sz="1125" b="1">
                <a:solidFill>
                  <a:srgbClr val="365A69"/>
                </a:solidFill>
              </a:defRPr>
            </a:lvl2pPr>
            <a:lvl3pPr>
              <a:defRPr sz="1125" b="1">
                <a:solidFill>
                  <a:srgbClr val="365A69"/>
                </a:solidFill>
              </a:defRPr>
            </a:lvl3pPr>
            <a:lvl4pPr>
              <a:defRPr sz="1125" b="1">
                <a:solidFill>
                  <a:srgbClr val="365A69"/>
                </a:solidFill>
              </a:defRPr>
            </a:lvl4pPr>
            <a:lvl5pPr>
              <a:defRPr sz="1125" b="1">
                <a:solidFill>
                  <a:srgbClr val="365A69"/>
                </a:solidFill>
              </a:defRPr>
            </a:lvl5pPr>
            <a:lvl6pPr>
              <a:defRPr sz="1125" b="1">
                <a:solidFill>
                  <a:srgbClr val="365A69"/>
                </a:solidFill>
              </a:defRPr>
            </a:lvl6pPr>
            <a:lvl7pPr>
              <a:defRPr sz="1125" b="1">
                <a:solidFill>
                  <a:srgbClr val="365A69"/>
                </a:solidFill>
              </a:defRPr>
            </a:lvl7pPr>
            <a:lvl8pPr>
              <a:defRPr sz="1125" b="1">
                <a:solidFill>
                  <a:srgbClr val="365A69"/>
                </a:solidFill>
              </a:defRPr>
            </a:lvl8pPr>
            <a:lvl9pPr>
              <a:defRPr sz="1125" b="1">
                <a:solidFill>
                  <a:srgbClr val="365A69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365A69"/>
                </a:solidFill>
              </a:defRPr>
            </a:pPr>
            <a:r>
              <a:rPr sz="1125" b="1">
                <a:solidFill>
                  <a:srgbClr val="365A69"/>
                </a:solidFill>
              </a:rPr>
              <a:t>直接｜管理報表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EC7338-CC5B-4B8D-B84F-E4EB7C64F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076825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25323C"/>
                </a:solidFill>
              </a:defRPr>
            </a:defPPr>
            <a:lvl1pPr>
              <a:defRPr sz="1650" b="1">
                <a:solidFill>
                  <a:srgbClr val="25323C"/>
                </a:solidFill>
              </a:defRPr>
            </a:lvl1pPr>
            <a:lvl2pPr>
              <a:defRPr sz="1650" b="1">
                <a:solidFill>
                  <a:srgbClr val="25323C"/>
                </a:solidFill>
              </a:defRPr>
            </a:lvl2pPr>
            <a:lvl3pPr>
              <a:defRPr sz="1650" b="1">
                <a:solidFill>
                  <a:srgbClr val="25323C"/>
                </a:solidFill>
              </a:defRPr>
            </a:lvl3pPr>
            <a:lvl4pPr>
              <a:defRPr sz="1650" b="1">
                <a:solidFill>
                  <a:srgbClr val="25323C"/>
                </a:solidFill>
              </a:defRPr>
            </a:lvl4pPr>
            <a:lvl5pPr>
              <a:defRPr sz="1650" b="1">
                <a:solidFill>
                  <a:srgbClr val="25323C"/>
                </a:solidFill>
              </a:defRPr>
            </a:lvl5pPr>
            <a:lvl6pPr>
              <a:defRPr sz="1650" b="1">
                <a:solidFill>
                  <a:srgbClr val="25323C"/>
                </a:solidFill>
              </a:defRPr>
            </a:lvl6pPr>
            <a:lvl7pPr>
              <a:defRPr sz="1650" b="1">
                <a:solidFill>
                  <a:srgbClr val="25323C"/>
                </a:solidFill>
              </a:defRPr>
            </a:lvl7pPr>
            <a:lvl8pPr>
              <a:defRPr sz="1650" b="1">
                <a:solidFill>
                  <a:srgbClr val="25323C"/>
                </a:solidFill>
              </a:defRPr>
            </a:lvl8pPr>
            <a:lvl9pPr>
              <a:defRPr sz="1650" b="1">
                <a:solidFill>
                  <a:srgbClr val="25323C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5323C"/>
                </a:solidFill>
              </a:defRPr>
            </a:pPr>
            <a:r>
              <a:rPr sz="1650" b="1">
                <a:solidFill>
                  <a:srgbClr val="25323C"/>
                </a:solidFill>
              </a:rPr>
              <a:t>DEMO_MONTHLY_REPORT.SEGMENT_LABEL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FC57ED-827E-44AC-A7B8-BCD84608E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C65D3B"/>
                </a:solidFill>
              </a:defRPr>
            </a:defPPr>
            <a:lvl1pPr>
              <a:defRPr sz="1200" b="1">
                <a:solidFill>
                  <a:srgbClr val="C65D3B"/>
                </a:solidFill>
              </a:defRPr>
            </a:lvl1pPr>
            <a:lvl2pPr>
              <a:defRPr sz="1200" b="1">
                <a:solidFill>
                  <a:srgbClr val="C65D3B"/>
                </a:solidFill>
              </a:defRPr>
            </a:lvl2pPr>
            <a:lvl3pPr>
              <a:defRPr sz="1200" b="1">
                <a:solidFill>
                  <a:srgbClr val="C65D3B"/>
                </a:solidFill>
              </a:defRPr>
            </a:lvl3pPr>
            <a:lvl4pPr>
              <a:defRPr sz="1200" b="1">
                <a:solidFill>
                  <a:srgbClr val="C65D3B"/>
                </a:solidFill>
              </a:defRPr>
            </a:lvl4pPr>
            <a:lvl5pPr>
              <a:defRPr sz="1200" b="1">
                <a:solidFill>
                  <a:srgbClr val="C65D3B"/>
                </a:solidFill>
              </a:defRPr>
            </a:lvl5pPr>
            <a:lvl6pPr>
              <a:defRPr sz="1200" b="1">
                <a:solidFill>
                  <a:srgbClr val="C65D3B"/>
                </a:solidFill>
              </a:defRPr>
            </a:lvl6pPr>
            <a:lvl7pPr>
              <a:defRPr sz="1200" b="1">
                <a:solidFill>
                  <a:srgbClr val="C65D3B"/>
                </a:solidFill>
              </a:defRPr>
            </a:lvl7pPr>
            <a:lvl8pPr>
              <a:defRPr sz="1200" b="1">
                <a:solidFill>
                  <a:srgbClr val="C65D3B"/>
                </a:solidFill>
              </a:defRPr>
            </a:lvl8pPr>
            <a:lvl9pPr>
              <a:defRPr sz="1200" b="1">
                <a:solidFill>
                  <a:srgbClr val="C65D3B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C65D3B"/>
                </a:solidFill>
              </a:defRPr>
            </a:pPr>
            <a:r>
              <a:rPr sz="1200" b="1">
                <a:solidFill>
                  <a:srgbClr val="C65D3B"/>
                </a:solidFill>
              </a:rPr>
              <a:t>expected.json 為測試基準；Copilot Chat 實際回答與證據支持率仍待演練評分。</a:t>
            </a:r>
          </a:p>
        </p:txBody>
      </p:sp>
    </p:spTree>
    <p:extLst>
      <p:ext uri="{BB962C8B-B14F-4D97-AF65-F5344CB8AC3E}">
        <p14:creationId xmlns:p14="http://schemas.microsoft.com/office/powerpoint/2010/main" val="98598564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78FA62A-34E7-4353-8DF1-B528C5CE0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202A33"/>
                </a:solidFill>
              </a:defRPr>
            </a:defPPr>
            <a:lvl1pPr>
              <a:defRPr sz="1125" b="1">
                <a:solidFill>
                  <a:srgbClr val="202A33"/>
                </a:solidFill>
              </a:defRPr>
            </a:lvl1pPr>
            <a:lvl2pPr>
              <a:defRPr sz="1125" b="1">
                <a:solidFill>
                  <a:srgbClr val="202A33"/>
                </a:solidFill>
              </a:defRPr>
            </a:lvl2pPr>
            <a:lvl3pPr>
              <a:defRPr sz="1125" b="1">
                <a:solidFill>
                  <a:srgbClr val="202A33"/>
                </a:solidFill>
              </a:defRPr>
            </a:lvl3pPr>
            <a:lvl4pPr>
              <a:defRPr sz="1125" b="1">
                <a:solidFill>
                  <a:srgbClr val="202A33"/>
                </a:solidFill>
              </a:defRPr>
            </a:lvl4pPr>
            <a:lvl5pPr>
              <a:defRPr sz="1125" b="1">
                <a:solidFill>
                  <a:srgbClr val="202A33"/>
                </a:solidFill>
              </a:defRPr>
            </a:lvl5pPr>
            <a:lvl6pPr>
              <a:defRPr sz="1125" b="1">
                <a:solidFill>
                  <a:srgbClr val="202A33"/>
                </a:solidFill>
              </a:defRPr>
            </a:lvl6pPr>
            <a:lvl7pPr>
              <a:defRPr sz="1125" b="1">
                <a:solidFill>
                  <a:srgbClr val="202A33"/>
                </a:solidFill>
              </a:defRPr>
            </a:lvl7pPr>
            <a:lvl8pPr>
              <a:defRPr sz="1125" b="1">
                <a:solidFill>
                  <a:srgbClr val="202A33"/>
                </a:solidFill>
              </a:defRPr>
            </a:lvl8pPr>
            <a:lvl9pPr>
              <a:defRPr sz="1125" b="1">
                <a:solidFill>
                  <a:srgbClr val="202A33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202A33"/>
                </a:solidFill>
              </a:defRPr>
            </a:pPr>
            <a:r>
              <a:rPr sz="1125" b="1">
                <a:solidFill>
                  <a:srgbClr val="202A33"/>
                </a:solidFill>
              </a:rPr>
              <a:t>SQL SPA TOOLS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701CFC-D3CD-4211-8518-9DCEFF15C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11087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202A33"/>
                </a:solidFill>
              </a:defRPr>
            </a:defPPr>
            <a:lvl1pPr>
              <a:defRPr sz="2850" b="1">
                <a:solidFill>
                  <a:srgbClr val="202A33"/>
                </a:solidFill>
              </a:defRPr>
            </a:lvl1pPr>
            <a:lvl2pPr>
              <a:defRPr sz="2850" b="1">
                <a:solidFill>
                  <a:srgbClr val="202A33"/>
                </a:solidFill>
              </a:defRPr>
            </a:lvl2pPr>
            <a:lvl3pPr>
              <a:defRPr sz="2850" b="1">
                <a:solidFill>
                  <a:srgbClr val="202A33"/>
                </a:solidFill>
              </a:defRPr>
            </a:lvl3pPr>
            <a:lvl4pPr>
              <a:defRPr sz="2850" b="1">
                <a:solidFill>
                  <a:srgbClr val="202A33"/>
                </a:solidFill>
              </a:defRPr>
            </a:lvl4pPr>
            <a:lvl5pPr>
              <a:defRPr sz="2850" b="1">
                <a:solidFill>
                  <a:srgbClr val="202A33"/>
                </a:solidFill>
              </a:defRPr>
            </a:lvl5pPr>
            <a:lvl6pPr>
              <a:defRPr sz="2850" b="1">
                <a:solidFill>
                  <a:srgbClr val="202A33"/>
                </a:solidFill>
              </a:defRPr>
            </a:lvl6pPr>
            <a:lvl7pPr>
              <a:defRPr sz="2850" b="1">
                <a:solidFill>
                  <a:srgbClr val="202A33"/>
                </a:solidFill>
              </a:defRPr>
            </a:lvl7pPr>
            <a:lvl8pPr>
              <a:defRPr sz="2850" b="1">
                <a:solidFill>
                  <a:srgbClr val="202A33"/>
                </a:solidFill>
              </a:defRPr>
            </a:lvl8pPr>
            <a:lvl9pPr>
              <a:defRPr sz="2850" b="1">
                <a:solidFill>
                  <a:srgbClr val="202A33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202A33"/>
                </a:solidFill>
              </a:defRPr>
            </a:pPr>
            <a:r>
              <a:rPr sz="2850" b="1">
                <a:solidFill>
                  <a:srgbClr val="202A33"/>
                </a:solidFill>
              </a:rPr>
              <a:t>M365 Copilot 如何協助完成風險覆核工具開發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F76286-B0ED-4768-B7DA-5997643F9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23975"/>
            <a:ext cx="11087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B7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C3D978-43E5-450B-951A-73D2E7A27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108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59656E"/>
                </a:solidFill>
              </a:defRPr>
            </a:defPPr>
            <a:lvl1pPr>
              <a:defRPr sz="900" b="0">
                <a:solidFill>
                  <a:srgbClr val="59656E"/>
                </a:solidFill>
              </a:defRPr>
            </a:lvl1pPr>
            <a:lvl2pPr>
              <a:defRPr sz="900" b="0">
                <a:solidFill>
                  <a:srgbClr val="59656E"/>
                </a:solidFill>
              </a:defRPr>
            </a:lvl2pPr>
            <a:lvl3pPr>
              <a:defRPr sz="900" b="0">
                <a:solidFill>
                  <a:srgbClr val="59656E"/>
                </a:solidFill>
              </a:defRPr>
            </a:lvl3pPr>
            <a:lvl4pPr>
              <a:defRPr sz="900" b="0">
                <a:solidFill>
                  <a:srgbClr val="59656E"/>
                </a:solidFill>
              </a:defRPr>
            </a:lvl4pPr>
            <a:lvl5pPr>
              <a:defRPr sz="900" b="0">
                <a:solidFill>
                  <a:srgbClr val="59656E"/>
                </a:solidFill>
              </a:defRPr>
            </a:lvl5pPr>
            <a:lvl6pPr>
              <a:defRPr sz="900" b="0">
                <a:solidFill>
                  <a:srgbClr val="59656E"/>
                </a:solidFill>
              </a:defRPr>
            </a:lvl6pPr>
            <a:lvl7pPr>
              <a:defRPr sz="900" b="0">
                <a:solidFill>
                  <a:srgbClr val="59656E"/>
                </a:solidFill>
              </a:defRPr>
            </a:lvl7pPr>
            <a:lvl8pPr>
              <a:defRPr sz="900" b="0">
                <a:solidFill>
                  <a:srgbClr val="59656E"/>
                </a:solidFill>
              </a:defRPr>
            </a:lvl8pPr>
            <a:lvl9pPr>
              <a:defRPr sz="900" b="0">
                <a:solidFill>
                  <a:srgbClr val="59656E"/>
                </a:solidFill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59656E"/>
                </a:solidFill>
              </a:defRPr>
            </a:pPr>
            <a:r>
              <a:rPr sz="900" b="0">
                <a:solidFill>
                  <a:srgbClr val="59656E"/>
                </a:solidFill>
              </a:rPr>
              <a:t>鎖頭銀行 M365 COPILOT 黑客松  •  2026.10  |  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93F505-4CAE-4D10-93BC-EE40755B6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365A69"/>
                </a:solidFill>
              </a:defRPr>
            </a:defPPr>
            <a:lvl1pPr>
              <a:defRPr sz="1800" b="1">
                <a:solidFill>
                  <a:srgbClr val="365A69"/>
                </a:solidFill>
              </a:defRPr>
            </a:lvl1pPr>
            <a:lvl2pPr>
              <a:defRPr sz="1800" b="1">
                <a:solidFill>
                  <a:srgbClr val="365A69"/>
                </a:solidFill>
              </a:defRPr>
            </a:lvl2pPr>
            <a:lvl3pPr>
              <a:defRPr sz="1800" b="1">
                <a:solidFill>
                  <a:srgbClr val="365A69"/>
                </a:solidFill>
              </a:defRPr>
            </a:lvl3pPr>
            <a:lvl4pPr>
              <a:defRPr sz="1800" b="1">
                <a:solidFill>
                  <a:srgbClr val="365A69"/>
                </a:solidFill>
              </a:defRPr>
            </a:lvl4pPr>
            <a:lvl5pPr>
              <a:defRPr sz="1800" b="1">
                <a:solidFill>
                  <a:srgbClr val="365A69"/>
                </a:solidFill>
              </a:defRPr>
            </a:lvl5pPr>
            <a:lvl6pPr>
              <a:defRPr sz="1800" b="1">
                <a:solidFill>
                  <a:srgbClr val="365A69"/>
                </a:solidFill>
              </a:defRPr>
            </a:lvl6pPr>
            <a:lvl7pPr>
              <a:defRPr sz="1800" b="1">
                <a:solidFill>
                  <a:srgbClr val="365A69"/>
                </a:solidFill>
              </a:defRPr>
            </a:lvl7pPr>
            <a:lvl8pPr>
              <a:defRPr sz="1800" b="1">
                <a:solidFill>
                  <a:srgbClr val="365A69"/>
                </a:solidFill>
              </a:defRPr>
            </a:lvl8pPr>
            <a:lvl9pPr>
              <a:defRPr sz="1800" b="1">
                <a:solidFill>
                  <a:srgbClr val="365A69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365A69"/>
                </a:solidFill>
              </a:defRPr>
            </a:pPr>
            <a:r>
              <a:rPr sz="1800" b="1">
                <a:solidFill>
                  <a:srgbClr val="365A69"/>
                </a:solidFill>
              </a:rPr>
              <a:t>從風險管理需求整理，到前端功能迭代與合成案例驗收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537014-18B0-4B8E-99A3-CC0C12154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38400"/>
            <a:ext cx="495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65A69"/>
                </a:solidFill>
              </a:defRPr>
            </a:defPPr>
            <a:lvl1pPr>
              <a:defRPr sz="1950" b="1">
                <a:solidFill>
                  <a:srgbClr val="365A69"/>
                </a:solidFill>
              </a:defRPr>
            </a:lvl1pPr>
            <a:lvl2pPr>
              <a:defRPr sz="1950" b="1">
                <a:solidFill>
                  <a:srgbClr val="365A69"/>
                </a:solidFill>
              </a:defRPr>
            </a:lvl2pPr>
            <a:lvl3pPr>
              <a:defRPr sz="1950" b="1">
                <a:solidFill>
                  <a:srgbClr val="365A69"/>
                </a:solidFill>
              </a:defRPr>
            </a:lvl3pPr>
            <a:lvl4pPr>
              <a:defRPr sz="1950" b="1">
                <a:solidFill>
                  <a:srgbClr val="365A69"/>
                </a:solidFill>
              </a:defRPr>
            </a:lvl4pPr>
            <a:lvl5pPr>
              <a:defRPr sz="1950" b="1">
                <a:solidFill>
                  <a:srgbClr val="365A69"/>
                </a:solidFill>
              </a:defRPr>
            </a:lvl5pPr>
            <a:lvl6pPr>
              <a:defRPr sz="1950" b="1">
                <a:solidFill>
                  <a:srgbClr val="365A69"/>
                </a:solidFill>
              </a:defRPr>
            </a:lvl6pPr>
            <a:lvl7pPr>
              <a:defRPr sz="1950" b="1">
                <a:solidFill>
                  <a:srgbClr val="365A69"/>
                </a:solidFill>
              </a:defRPr>
            </a:lvl7pPr>
            <a:lvl8pPr>
              <a:defRPr sz="1950" b="1">
                <a:solidFill>
                  <a:srgbClr val="365A69"/>
                </a:solidFill>
              </a:defRPr>
            </a:lvl8pPr>
            <a:lvl9pPr>
              <a:defRPr sz="1950" b="1">
                <a:solidFill>
                  <a:srgbClr val="365A69"/>
                </a:solidFill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65A69"/>
                </a:solidFill>
              </a:defRPr>
            </a:pPr>
            <a:r>
              <a:rPr sz="1950" b="1">
                <a:solidFill>
                  <a:srgbClr val="365A69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430DF8-93DB-4970-8434-DE6FBA702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1465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需求拆解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632F23-03B4-43CE-B515-A93B90866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71850"/>
            <a:ext cx="2209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25323C"/>
                </a:solidFill>
              </a:defRPr>
            </a:defPPr>
            <a:lvl1pPr>
              <a:defRPr sz="1350" b="0">
                <a:solidFill>
                  <a:srgbClr val="25323C"/>
                </a:solidFill>
              </a:defRPr>
            </a:lvl1pPr>
            <a:lvl2pPr>
              <a:defRPr sz="1350" b="0">
                <a:solidFill>
                  <a:srgbClr val="25323C"/>
                </a:solidFill>
              </a:defRPr>
            </a:lvl2pPr>
            <a:lvl3pPr>
              <a:defRPr sz="1350" b="0">
                <a:solidFill>
                  <a:srgbClr val="25323C"/>
                </a:solidFill>
              </a:defRPr>
            </a:lvl3pPr>
            <a:lvl4pPr>
              <a:defRPr sz="1350" b="0">
                <a:solidFill>
                  <a:srgbClr val="25323C"/>
                </a:solidFill>
              </a:defRPr>
            </a:lvl4pPr>
            <a:lvl5pPr>
              <a:defRPr sz="1350" b="0">
                <a:solidFill>
                  <a:srgbClr val="25323C"/>
                </a:solidFill>
              </a:defRPr>
            </a:lvl5pPr>
            <a:lvl6pPr>
              <a:defRPr sz="1350" b="0">
                <a:solidFill>
                  <a:srgbClr val="25323C"/>
                </a:solidFill>
              </a:defRPr>
            </a:lvl6pPr>
            <a:lvl7pPr>
              <a:defRPr sz="1350" b="0">
                <a:solidFill>
                  <a:srgbClr val="25323C"/>
                </a:solidFill>
              </a:defRPr>
            </a:lvl7pPr>
            <a:lvl8pPr>
              <a:defRPr sz="1350" b="0">
                <a:solidFill>
                  <a:srgbClr val="25323C"/>
                </a:solidFill>
              </a:defRPr>
            </a:lvl8pPr>
            <a:lvl9pPr>
              <a:defRPr sz="1350" b="0">
                <a:solidFill>
                  <a:srgbClr val="25323C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把風險覆核需求</a:t>
            </a:r>
          </a:p>
          <a:p xmlns:a="http://schemas.openxmlformats.org/drawingml/2006/main"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整理成操作流程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FA09B5-ADBE-4609-B217-C83ADC236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914650"/>
            <a:ext cx="438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365A69"/>
                </a:solidFill>
              </a:defRPr>
            </a:defPPr>
            <a:lvl1pPr>
              <a:defRPr sz="2100" b="1">
                <a:solidFill>
                  <a:srgbClr val="365A69"/>
                </a:solidFill>
              </a:defRPr>
            </a:lvl1pPr>
            <a:lvl2pPr>
              <a:defRPr sz="2100" b="1">
                <a:solidFill>
                  <a:srgbClr val="365A69"/>
                </a:solidFill>
              </a:defRPr>
            </a:lvl2pPr>
            <a:lvl3pPr>
              <a:defRPr sz="2100" b="1">
                <a:solidFill>
                  <a:srgbClr val="365A69"/>
                </a:solidFill>
              </a:defRPr>
            </a:lvl3pPr>
            <a:lvl4pPr>
              <a:defRPr sz="2100" b="1">
                <a:solidFill>
                  <a:srgbClr val="365A69"/>
                </a:solidFill>
              </a:defRPr>
            </a:lvl4pPr>
            <a:lvl5pPr>
              <a:defRPr sz="2100" b="1">
                <a:solidFill>
                  <a:srgbClr val="365A69"/>
                </a:solidFill>
              </a:defRPr>
            </a:lvl5pPr>
            <a:lvl6pPr>
              <a:defRPr sz="2100" b="1">
                <a:solidFill>
                  <a:srgbClr val="365A69"/>
                </a:solidFill>
              </a:defRPr>
            </a:lvl6pPr>
            <a:lvl7pPr>
              <a:defRPr sz="2100" b="1">
                <a:solidFill>
                  <a:srgbClr val="365A69"/>
                </a:solidFill>
              </a:defRPr>
            </a:lvl7pPr>
            <a:lvl8pPr>
              <a:defRPr sz="2100" b="1">
                <a:solidFill>
                  <a:srgbClr val="365A69"/>
                </a:solidFill>
              </a:defRPr>
            </a:lvl8pPr>
            <a:lvl9pPr>
              <a:defRPr sz="2100" b="1">
                <a:solidFill>
                  <a:srgbClr val="365A69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365A69"/>
                </a:solidFill>
              </a:defRPr>
            </a:pPr>
            <a:r>
              <a:rPr sz="2100" b="1">
                <a:solidFill>
                  <a:srgbClr val="365A69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ACF20E-B685-4213-8A66-764EDABA4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438400"/>
            <a:ext cx="495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65A69"/>
                </a:solidFill>
              </a:defRPr>
            </a:defPPr>
            <a:lvl1pPr>
              <a:defRPr sz="1950" b="1">
                <a:solidFill>
                  <a:srgbClr val="365A69"/>
                </a:solidFill>
              </a:defRPr>
            </a:lvl1pPr>
            <a:lvl2pPr>
              <a:defRPr sz="1950" b="1">
                <a:solidFill>
                  <a:srgbClr val="365A69"/>
                </a:solidFill>
              </a:defRPr>
            </a:lvl2pPr>
            <a:lvl3pPr>
              <a:defRPr sz="1950" b="1">
                <a:solidFill>
                  <a:srgbClr val="365A69"/>
                </a:solidFill>
              </a:defRPr>
            </a:lvl3pPr>
            <a:lvl4pPr>
              <a:defRPr sz="1950" b="1">
                <a:solidFill>
                  <a:srgbClr val="365A69"/>
                </a:solidFill>
              </a:defRPr>
            </a:lvl4pPr>
            <a:lvl5pPr>
              <a:defRPr sz="1950" b="1">
                <a:solidFill>
                  <a:srgbClr val="365A69"/>
                </a:solidFill>
              </a:defRPr>
            </a:lvl5pPr>
            <a:lvl6pPr>
              <a:defRPr sz="1950" b="1">
                <a:solidFill>
                  <a:srgbClr val="365A69"/>
                </a:solidFill>
              </a:defRPr>
            </a:lvl6pPr>
            <a:lvl7pPr>
              <a:defRPr sz="1950" b="1">
                <a:solidFill>
                  <a:srgbClr val="365A69"/>
                </a:solidFill>
              </a:defRPr>
            </a:lvl7pPr>
            <a:lvl8pPr>
              <a:defRPr sz="1950" b="1">
                <a:solidFill>
                  <a:srgbClr val="365A69"/>
                </a:solidFill>
              </a:defRPr>
            </a:lvl8pPr>
            <a:lvl9pPr>
              <a:defRPr sz="1950" b="1">
                <a:solidFill>
                  <a:srgbClr val="365A69"/>
                </a:solidFill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65A69"/>
                </a:solidFill>
              </a:defRPr>
            </a:pPr>
            <a:r>
              <a:rPr sz="1950" b="1">
                <a:solidFill>
                  <a:srgbClr val="365A69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7BF8C9-87BB-482A-80E4-E3F755094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91465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程式迭代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8F656D-84CE-442C-905C-9B38D1F67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371850"/>
            <a:ext cx="2209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25323C"/>
                </a:solidFill>
              </a:defRPr>
            </a:defPPr>
            <a:lvl1pPr>
              <a:defRPr sz="1350" b="0">
                <a:solidFill>
                  <a:srgbClr val="25323C"/>
                </a:solidFill>
              </a:defRPr>
            </a:lvl1pPr>
            <a:lvl2pPr>
              <a:defRPr sz="1350" b="0">
                <a:solidFill>
                  <a:srgbClr val="25323C"/>
                </a:solidFill>
              </a:defRPr>
            </a:lvl2pPr>
            <a:lvl3pPr>
              <a:defRPr sz="1350" b="0">
                <a:solidFill>
                  <a:srgbClr val="25323C"/>
                </a:solidFill>
              </a:defRPr>
            </a:lvl3pPr>
            <a:lvl4pPr>
              <a:defRPr sz="1350" b="0">
                <a:solidFill>
                  <a:srgbClr val="25323C"/>
                </a:solidFill>
              </a:defRPr>
            </a:lvl4pPr>
            <a:lvl5pPr>
              <a:defRPr sz="1350" b="0">
                <a:solidFill>
                  <a:srgbClr val="25323C"/>
                </a:solidFill>
              </a:defRPr>
            </a:lvl5pPr>
            <a:lvl6pPr>
              <a:defRPr sz="1350" b="0">
                <a:solidFill>
                  <a:srgbClr val="25323C"/>
                </a:solidFill>
              </a:defRPr>
            </a:lvl6pPr>
            <a:lvl7pPr>
              <a:defRPr sz="1350" b="0">
                <a:solidFill>
                  <a:srgbClr val="25323C"/>
                </a:solidFill>
              </a:defRPr>
            </a:lvl7pPr>
            <a:lvl8pPr>
              <a:defRPr sz="1350" b="0">
                <a:solidFill>
                  <a:srgbClr val="25323C"/>
                </a:solidFill>
              </a:defRPr>
            </a:lvl8pPr>
            <a:lvl9pPr>
              <a:defRPr sz="1350" b="0">
                <a:solidFill>
                  <a:srgbClr val="25323C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以自然語言說明</a:t>
            </a:r>
          </a:p>
          <a:p xmlns:a="http://schemas.openxmlformats.org/drawingml/2006/main"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功能需求並輔助草擬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F18479-C7A7-4FE5-B51B-53888839D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914650"/>
            <a:ext cx="438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365A69"/>
                </a:solidFill>
              </a:defRPr>
            </a:defPPr>
            <a:lvl1pPr>
              <a:defRPr sz="2100" b="1">
                <a:solidFill>
                  <a:srgbClr val="365A69"/>
                </a:solidFill>
              </a:defRPr>
            </a:lvl1pPr>
            <a:lvl2pPr>
              <a:defRPr sz="2100" b="1">
                <a:solidFill>
                  <a:srgbClr val="365A69"/>
                </a:solidFill>
              </a:defRPr>
            </a:lvl2pPr>
            <a:lvl3pPr>
              <a:defRPr sz="2100" b="1">
                <a:solidFill>
                  <a:srgbClr val="365A69"/>
                </a:solidFill>
              </a:defRPr>
            </a:lvl3pPr>
            <a:lvl4pPr>
              <a:defRPr sz="2100" b="1">
                <a:solidFill>
                  <a:srgbClr val="365A69"/>
                </a:solidFill>
              </a:defRPr>
            </a:lvl4pPr>
            <a:lvl5pPr>
              <a:defRPr sz="2100" b="1">
                <a:solidFill>
                  <a:srgbClr val="365A69"/>
                </a:solidFill>
              </a:defRPr>
            </a:lvl5pPr>
            <a:lvl6pPr>
              <a:defRPr sz="2100" b="1">
                <a:solidFill>
                  <a:srgbClr val="365A69"/>
                </a:solidFill>
              </a:defRPr>
            </a:lvl6pPr>
            <a:lvl7pPr>
              <a:defRPr sz="2100" b="1">
                <a:solidFill>
                  <a:srgbClr val="365A69"/>
                </a:solidFill>
              </a:defRPr>
            </a:lvl7pPr>
            <a:lvl8pPr>
              <a:defRPr sz="2100" b="1">
                <a:solidFill>
                  <a:srgbClr val="365A69"/>
                </a:solidFill>
              </a:defRPr>
            </a:lvl8pPr>
            <a:lvl9pPr>
              <a:defRPr sz="2100" b="1">
                <a:solidFill>
                  <a:srgbClr val="365A69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365A69"/>
                </a:solidFill>
              </a:defRPr>
            </a:pPr>
            <a:r>
              <a:rPr sz="2100" b="1">
                <a:solidFill>
                  <a:srgbClr val="365A69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7E0277-8DC5-4865-9021-EE134A304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38400"/>
            <a:ext cx="495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65A69"/>
                </a:solidFill>
              </a:defRPr>
            </a:defPPr>
            <a:lvl1pPr>
              <a:defRPr sz="1950" b="1">
                <a:solidFill>
                  <a:srgbClr val="365A69"/>
                </a:solidFill>
              </a:defRPr>
            </a:lvl1pPr>
            <a:lvl2pPr>
              <a:defRPr sz="1950" b="1">
                <a:solidFill>
                  <a:srgbClr val="365A69"/>
                </a:solidFill>
              </a:defRPr>
            </a:lvl2pPr>
            <a:lvl3pPr>
              <a:defRPr sz="1950" b="1">
                <a:solidFill>
                  <a:srgbClr val="365A69"/>
                </a:solidFill>
              </a:defRPr>
            </a:lvl3pPr>
            <a:lvl4pPr>
              <a:defRPr sz="1950" b="1">
                <a:solidFill>
                  <a:srgbClr val="365A69"/>
                </a:solidFill>
              </a:defRPr>
            </a:lvl4pPr>
            <a:lvl5pPr>
              <a:defRPr sz="1950" b="1">
                <a:solidFill>
                  <a:srgbClr val="365A69"/>
                </a:solidFill>
              </a:defRPr>
            </a:lvl5pPr>
            <a:lvl6pPr>
              <a:defRPr sz="1950" b="1">
                <a:solidFill>
                  <a:srgbClr val="365A69"/>
                </a:solidFill>
              </a:defRPr>
            </a:lvl6pPr>
            <a:lvl7pPr>
              <a:defRPr sz="1950" b="1">
                <a:solidFill>
                  <a:srgbClr val="365A69"/>
                </a:solidFill>
              </a:defRPr>
            </a:lvl7pPr>
            <a:lvl8pPr>
              <a:defRPr sz="1950" b="1">
                <a:solidFill>
                  <a:srgbClr val="365A69"/>
                </a:solidFill>
              </a:defRPr>
            </a:lvl8pPr>
            <a:lvl9pPr>
              <a:defRPr sz="1950" b="1">
                <a:solidFill>
                  <a:srgbClr val="365A69"/>
                </a:solidFill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65A69"/>
                </a:solidFill>
              </a:defRPr>
            </a:pPr>
            <a:r>
              <a:rPr sz="1950" b="1">
                <a:solidFill>
                  <a:srgbClr val="365A69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631453-DE5C-48F9-A50D-83E2ECE39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91465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風險管理覆核者驗收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5D31BC-F3C6-4EC6-8F64-093ECA5FA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71850"/>
            <a:ext cx="2209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25323C"/>
                </a:solidFill>
              </a:defRPr>
            </a:defPPr>
            <a:lvl1pPr>
              <a:defRPr sz="1350" b="0">
                <a:solidFill>
                  <a:srgbClr val="25323C"/>
                </a:solidFill>
              </a:defRPr>
            </a:lvl1pPr>
            <a:lvl2pPr>
              <a:defRPr sz="1350" b="0">
                <a:solidFill>
                  <a:srgbClr val="25323C"/>
                </a:solidFill>
              </a:defRPr>
            </a:lvl2pPr>
            <a:lvl3pPr>
              <a:defRPr sz="1350" b="0">
                <a:solidFill>
                  <a:srgbClr val="25323C"/>
                </a:solidFill>
              </a:defRPr>
            </a:lvl3pPr>
            <a:lvl4pPr>
              <a:defRPr sz="1350" b="0">
                <a:solidFill>
                  <a:srgbClr val="25323C"/>
                </a:solidFill>
              </a:defRPr>
            </a:lvl4pPr>
            <a:lvl5pPr>
              <a:defRPr sz="1350" b="0">
                <a:solidFill>
                  <a:srgbClr val="25323C"/>
                </a:solidFill>
              </a:defRPr>
            </a:lvl5pPr>
            <a:lvl6pPr>
              <a:defRPr sz="1350" b="0">
                <a:solidFill>
                  <a:srgbClr val="25323C"/>
                </a:solidFill>
              </a:defRPr>
            </a:lvl6pPr>
            <a:lvl7pPr>
              <a:defRPr sz="1350" b="0">
                <a:solidFill>
                  <a:srgbClr val="25323C"/>
                </a:solidFill>
              </a:defRPr>
            </a:lvl7pPr>
            <a:lvl8pPr>
              <a:defRPr sz="1350" b="0">
                <a:solidFill>
                  <a:srgbClr val="25323C"/>
                </a:solidFill>
              </a:defRPr>
            </a:lvl8pPr>
            <a:lvl9pPr>
              <a:defRPr sz="1350" b="0">
                <a:solidFill>
                  <a:srgbClr val="25323C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檢查程式行為、</a:t>
            </a:r>
          </a:p>
          <a:p xmlns:a="http://schemas.openxmlformats.org/drawingml/2006/main"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資料邊界與例外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10FE60-DAD2-4E41-9C87-040297ACE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914650"/>
            <a:ext cx="438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365A69"/>
                </a:solidFill>
              </a:defRPr>
            </a:defPPr>
            <a:lvl1pPr>
              <a:defRPr sz="2100" b="1">
                <a:solidFill>
                  <a:srgbClr val="365A69"/>
                </a:solidFill>
              </a:defRPr>
            </a:lvl1pPr>
            <a:lvl2pPr>
              <a:defRPr sz="2100" b="1">
                <a:solidFill>
                  <a:srgbClr val="365A69"/>
                </a:solidFill>
              </a:defRPr>
            </a:lvl2pPr>
            <a:lvl3pPr>
              <a:defRPr sz="2100" b="1">
                <a:solidFill>
                  <a:srgbClr val="365A69"/>
                </a:solidFill>
              </a:defRPr>
            </a:lvl3pPr>
            <a:lvl4pPr>
              <a:defRPr sz="2100" b="1">
                <a:solidFill>
                  <a:srgbClr val="365A69"/>
                </a:solidFill>
              </a:defRPr>
            </a:lvl4pPr>
            <a:lvl5pPr>
              <a:defRPr sz="2100" b="1">
                <a:solidFill>
                  <a:srgbClr val="365A69"/>
                </a:solidFill>
              </a:defRPr>
            </a:lvl5pPr>
            <a:lvl6pPr>
              <a:defRPr sz="2100" b="1">
                <a:solidFill>
                  <a:srgbClr val="365A69"/>
                </a:solidFill>
              </a:defRPr>
            </a:lvl6pPr>
            <a:lvl7pPr>
              <a:defRPr sz="2100" b="1">
                <a:solidFill>
                  <a:srgbClr val="365A69"/>
                </a:solidFill>
              </a:defRPr>
            </a:lvl7pPr>
            <a:lvl8pPr>
              <a:defRPr sz="2100" b="1">
                <a:solidFill>
                  <a:srgbClr val="365A69"/>
                </a:solidFill>
              </a:defRPr>
            </a:lvl8pPr>
            <a:lvl9pPr>
              <a:defRPr sz="2100" b="1">
                <a:solidFill>
                  <a:srgbClr val="365A69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365A69"/>
                </a:solidFill>
              </a:defRPr>
            </a:pPr>
            <a:r>
              <a:rPr sz="2100" b="1">
                <a:solidFill>
                  <a:srgbClr val="365A69"/>
                </a:solidFill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40D7BB-3F62-4CB8-9B1E-9FE4FB91A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438400"/>
            <a:ext cx="495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65A69"/>
                </a:solidFill>
              </a:defRPr>
            </a:defPPr>
            <a:lvl1pPr>
              <a:defRPr sz="1950" b="1">
                <a:solidFill>
                  <a:srgbClr val="365A69"/>
                </a:solidFill>
              </a:defRPr>
            </a:lvl1pPr>
            <a:lvl2pPr>
              <a:defRPr sz="1950" b="1">
                <a:solidFill>
                  <a:srgbClr val="365A69"/>
                </a:solidFill>
              </a:defRPr>
            </a:lvl2pPr>
            <a:lvl3pPr>
              <a:defRPr sz="1950" b="1">
                <a:solidFill>
                  <a:srgbClr val="365A69"/>
                </a:solidFill>
              </a:defRPr>
            </a:lvl3pPr>
            <a:lvl4pPr>
              <a:defRPr sz="1950" b="1">
                <a:solidFill>
                  <a:srgbClr val="365A69"/>
                </a:solidFill>
              </a:defRPr>
            </a:lvl4pPr>
            <a:lvl5pPr>
              <a:defRPr sz="1950" b="1">
                <a:solidFill>
                  <a:srgbClr val="365A69"/>
                </a:solidFill>
              </a:defRPr>
            </a:lvl5pPr>
            <a:lvl6pPr>
              <a:defRPr sz="1950" b="1">
                <a:solidFill>
                  <a:srgbClr val="365A69"/>
                </a:solidFill>
              </a:defRPr>
            </a:lvl6pPr>
            <a:lvl7pPr>
              <a:defRPr sz="1950" b="1">
                <a:solidFill>
                  <a:srgbClr val="365A69"/>
                </a:solidFill>
              </a:defRPr>
            </a:lvl7pPr>
            <a:lvl8pPr>
              <a:defRPr sz="1950" b="1">
                <a:solidFill>
                  <a:srgbClr val="365A69"/>
                </a:solidFill>
              </a:defRPr>
            </a:lvl8pPr>
            <a:lvl9pPr>
              <a:defRPr sz="1950" b="1">
                <a:solidFill>
                  <a:srgbClr val="365A69"/>
                </a:solidFill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65A69"/>
                </a:solidFill>
              </a:defRPr>
            </a:pPr>
            <a:r>
              <a:rPr sz="1950" b="1">
                <a:solidFill>
                  <a:srgbClr val="365A69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59C6A9-833B-4D4A-B282-D632A8CFC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91465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案例回歸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AD1BE3-8160-4FB5-AA9B-068E16938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371850"/>
            <a:ext cx="2209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25323C"/>
                </a:solidFill>
              </a:defRPr>
            </a:defPPr>
            <a:lvl1pPr>
              <a:defRPr sz="1350" b="0">
                <a:solidFill>
                  <a:srgbClr val="25323C"/>
                </a:solidFill>
              </a:defRPr>
            </a:lvl1pPr>
            <a:lvl2pPr>
              <a:defRPr sz="1350" b="0">
                <a:solidFill>
                  <a:srgbClr val="25323C"/>
                </a:solidFill>
              </a:defRPr>
            </a:lvl2pPr>
            <a:lvl3pPr>
              <a:defRPr sz="1350" b="0">
                <a:solidFill>
                  <a:srgbClr val="25323C"/>
                </a:solidFill>
              </a:defRPr>
            </a:lvl3pPr>
            <a:lvl4pPr>
              <a:defRPr sz="1350" b="0">
                <a:solidFill>
                  <a:srgbClr val="25323C"/>
                </a:solidFill>
              </a:defRPr>
            </a:lvl4pPr>
            <a:lvl5pPr>
              <a:defRPr sz="1350" b="0">
                <a:solidFill>
                  <a:srgbClr val="25323C"/>
                </a:solidFill>
              </a:defRPr>
            </a:lvl5pPr>
            <a:lvl6pPr>
              <a:defRPr sz="1350" b="0">
                <a:solidFill>
                  <a:srgbClr val="25323C"/>
                </a:solidFill>
              </a:defRPr>
            </a:lvl6pPr>
            <a:lvl7pPr>
              <a:defRPr sz="1350" b="0">
                <a:solidFill>
                  <a:srgbClr val="25323C"/>
                </a:solidFill>
              </a:defRPr>
            </a:lvl7pPr>
            <a:lvl8pPr>
              <a:defRPr sz="1350" b="0">
                <a:solidFill>
                  <a:srgbClr val="25323C"/>
                </a:solidFill>
              </a:defRPr>
            </a:lvl8pPr>
            <a:lvl9pPr>
              <a:defRPr sz="1350" b="0">
                <a:solidFill>
                  <a:srgbClr val="25323C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用正常與警告案例</a:t>
            </a:r>
          </a:p>
          <a:p xmlns:a="http://schemas.openxmlformats.org/drawingml/2006/main"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確認輸出契約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3B79C6-6396-4207-B33C-230805F88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10744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429593-7648-49D6-894B-51963FB4B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149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1">
                <a:solidFill>
                  <a:srgbClr val="365A69"/>
                </a:solidFill>
              </a:defRPr>
            </a:defPPr>
            <a:lvl1pPr>
              <a:defRPr sz="1575" b="1">
                <a:solidFill>
                  <a:srgbClr val="365A69"/>
                </a:solidFill>
              </a:defRPr>
            </a:lvl1pPr>
            <a:lvl2pPr>
              <a:defRPr sz="1575" b="1">
                <a:solidFill>
                  <a:srgbClr val="365A69"/>
                </a:solidFill>
              </a:defRPr>
            </a:lvl2pPr>
            <a:lvl3pPr>
              <a:defRPr sz="1575" b="1">
                <a:solidFill>
                  <a:srgbClr val="365A69"/>
                </a:solidFill>
              </a:defRPr>
            </a:lvl3pPr>
            <a:lvl4pPr>
              <a:defRPr sz="1575" b="1">
                <a:solidFill>
                  <a:srgbClr val="365A69"/>
                </a:solidFill>
              </a:defRPr>
            </a:lvl4pPr>
            <a:lvl5pPr>
              <a:defRPr sz="1575" b="1">
                <a:solidFill>
                  <a:srgbClr val="365A69"/>
                </a:solidFill>
              </a:defRPr>
            </a:lvl5pPr>
            <a:lvl6pPr>
              <a:defRPr sz="1575" b="1">
                <a:solidFill>
                  <a:srgbClr val="365A69"/>
                </a:solidFill>
              </a:defRPr>
            </a:lvl6pPr>
            <a:lvl7pPr>
              <a:defRPr sz="1575" b="1">
                <a:solidFill>
                  <a:srgbClr val="365A69"/>
                </a:solidFill>
              </a:defRPr>
            </a:lvl7pPr>
            <a:lvl8pPr>
              <a:defRPr sz="1575" b="1">
                <a:solidFill>
                  <a:srgbClr val="365A69"/>
                </a:solidFill>
              </a:defRPr>
            </a:lvl8pPr>
            <a:lvl9pPr>
              <a:defRPr sz="1575" b="1">
                <a:solidFill>
                  <a:srgbClr val="365A69"/>
                </a:solidFill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365A69"/>
                </a:solidFill>
              </a:defRPr>
            </a:pPr>
            <a:r>
              <a:rPr sz="1575" b="1">
                <a:solidFill>
                  <a:srgbClr val="365A69"/>
                </a:solidFill>
              </a:rPr>
              <a:t>M365 Copilot Chat 的工作角色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2EF46B-A5F6-49B6-B9F6-C4D676B88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5305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讀取使用者確認的結構化摘要，協助撰寫影響說明與待辦清單；不直接操作工具、資料庫或變更流程。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032767-15F6-4EB3-8AFC-149CA3A15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9800"/>
            <a:ext cx="1038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C65D3B"/>
                </a:solidFill>
              </a:defRPr>
            </a:defPPr>
            <a:lvl1pPr>
              <a:defRPr sz="1125" b="0">
                <a:solidFill>
                  <a:srgbClr val="C65D3B"/>
                </a:solidFill>
              </a:defRPr>
            </a:lvl1pPr>
            <a:lvl2pPr>
              <a:defRPr sz="1125" b="0">
                <a:solidFill>
                  <a:srgbClr val="C65D3B"/>
                </a:solidFill>
              </a:defRPr>
            </a:lvl2pPr>
            <a:lvl3pPr>
              <a:defRPr sz="1125" b="0">
                <a:solidFill>
                  <a:srgbClr val="C65D3B"/>
                </a:solidFill>
              </a:defRPr>
            </a:lvl3pPr>
            <a:lvl4pPr>
              <a:defRPr sz="1125" b="0">
                <a:solidFill>
                  <a:srgbClr val="C65D3B"/>
                </a:solidFill>
              </a:defRPr>
            </a:lvl4pPr>
            <a:lvl5pPr>
              <a:defRPr sz="1125" b="0">
                <a:solidFill>
                  <a:srgbClr val="C65D3B"/>
                </a:solidFill>
              </a:defRPr>
            </a:lvl5pPr>
            <a:lvl6pPr>
              <a:defRPr sz="1125" b="0">
                <a:solidFill>
                  <a:srgbClr val="C65D3B"/>
                </a:solidFill>
              </a:defRPr>
            </a:lvl6pPr>
            <a:lvl7pPr>
              <a:defRPr sz="1125" b="0">
                <a:solidFill>
                  <a:srgbClr val="C65D3B"/>
                </a:solidFill>
              </a:defRPr>
            </a:lvl7pPr>
            <a:lvl8pPr>
              <a:defRPr sz="1125" b="0">
                <a:solidFill>
                  <a:srgbClr val="C65D3B"/>
                </a:solidFill>
              </a:defRPr>
            </a:lvl8pPr>
            <a:lvl9pPr>
              <a:defRPr sz="1125" b="0">
                <a:solidFill>
                  <a:srgbClr val="C65D3B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C65D3B"/>
                </a:solidFill>
              </a:defRPr>
            </a:pPr>
            <a:r>
              <a:rPr sz="1125" b="0">
                <a:solidFill>
                  <a:srgbClr val="C65D3B"/>
                </a:solidFill>
              </a:rPr>
              <a:t>現有準備資料未包含逐段程式碼歸因或實際 Chat 回覆紀錄；簡報不將預期輸出當成已驗證成效。</a:t>
            </a:r>
          </a:p>
        </p:txBody>
      </p:sp>
    </p:spTree>
    <p:extLst>
      <p:ext uri="{BB962C8B-B14F-4D97-AF65-F5344CB8AC3E}">
        <p14:creationId xmlns:p14="http://schemas.microsoft.com/office/powerpoint/2010/main" val="211795111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32FC6B-06E1-4324-A2FC-100485696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202A33"/>
                </a:solidFill>
              </a:defRPr>
            </a:defPPr>
            <a:lvl1pPr>
              <a:defRPr sz="1125" b="1">
                <a:solidFill>
                  <a:srgbClr val="202A33"/>
                </a:solidFill>
              </a:defRPr>
            </a:lvl1pPr>
            <a:lvl2pPr>
              <a:defRPr sz="1125" b="1">
                <a:solidFill>
                  <a:srgbClr val="202A33"/>
                </a:solidFill>
              </a:defRPr>
            </a:lvl2pPr>
            <a:lvl3pPr>
              <a:defRPr sz="1125" b="1">
                <a:solidFill>
                  <a:srgbClr val="202A33"/>
                </a:solidFill>
              </a:defRPr>
            </a:lvl3pPr>
            <a:lvl4pPr>
              <a:defRPr sz="1125" b="1">
                <a:solidFill>
                  <a:srgbClr val="202A33"/>
                </a:solidFill>
              </a:defRPr>
            </a:lvl4pPr>
            <a:lvl5pPr>
              <a:defRPr sz="1125" b="1">
                <a:solidFill>
                  <a:srgbClr val="202A33"/>
                </a:solidFill>
              </a:defRPr>
            </a:lvl5pPr>
            <a:lvl6pPr>
              <a:defRPr sz="1125" b="1">
                <a:solidFill>
                  <a:srgbClr val="202A33"/>
                </a:solidFill>
              </a:defRPr>
            </a:lvl6pPr>
            <a:lvl7pPr>
              <a:defRPr sz="1125" b="1">
                <a:solidFill>
                  <a:srgbClr val="202A33"/>
                </a:solidFill>
              </a:defRPr>
            </a:lvl7pPr>
            <a:lvl8pPr>
              <a:defRPr sz="1125" b="1">
                <a:solidFill>
                  <a:srgbClr val="202A33"/>
                </a:solidFill>
              </a:defRPr>
            </a:lvl8pPr>
            <a:lvl9pPr>
              <a:defRPr sz="1125" b="1">
                <a:solidFill>
                  <a:srgbClr val="202A33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202A33"/>
                </a:solidFill>
              </a:defRPr>
            </a:pPr>
            <a:r>
              <a:rPr sz="1125" b="1">
                <a:solidFill>
                  <a:srgbClr val="202A33"/>
                </a:solidFill>
              </a:rPr>
              <a:t>SQL SPA TOOLS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F6E40F-FE50-41A1-909B-47C24306E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11087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202A33"/>
                </a:solidFill>
              </a:defRPr>
            </a:defPPr>
            <a:lvl1pPr>
              <a:defRPr sz="2850" b="1">
                <a:solidFill>
                  <a:srgbClr val="202A33"/>
                </a:solidFill>
              </a:defRPr>
            </a:lvl1pPr>
            <a:lvl2pPr>
              <a:defRPr sz="2850" b="1">
                <a:solidFill>
                  <a:srgbClr val="202A33"/>
                </a:solidFill>
              </a:defRPr>
            </a:lvl2pPr>
            <a:lvl3pPr>
              <a:defRPr sz="2850" b="1">
                <a:solidFill>
                  <a:srgbClr val="202A33"/>
                </a:solidFill>
              </a:defRPr>
            </a:lvl3pPr>
            <a:lvl4pPr>
              <a:defRPr sz="2850" b="1">
                <a:solidFill>
                  <a:srgbClr val="202A33"/>
                </a:solidFill>
              </a:defRPr>
            </a:lvl4pPr>
            <a:lvl5pPr>
              <a:defRPr sz="2850" b="1">
                <a:solidFill>
                  <a:srgbClr val="202A33"/>
                </a:solidFill>
              </a:defRPr>
            </a:lvl5pPr>
            <a:lvl6pPr>
              <a:defRPr sz="2850" b="1">
                <a:solidFill>
                  <a:srgbClr val="202A33"/>
                </a:solidFill>
              </a:defRPr>
            </a:lvl6pPr>
            <a:lvl7pPr>
              <a:defRPr sz="2850" b="1">
                <a:solidFill>
                  <a:srgbClr val="202A33"/>
                </a:solidFill>
              </a:defRPr>
            </a:lvl7pPr>
            <a:lvl8pPr>
              <a:defRPr sz="2850" b="1">
                <a:solidFill>
                  <a:srgbClr val="202A33"/>
                </a:solidFill>
              </a:defRPr>
            </a:lvl8pPr>
            <a:lvl9pPr>
              <a:defRPr sz="2850" b="1">
                <a:solidFill>
                  <a:srgbClr val="202A33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202A33"/>
                </a:solidFill>
              </a:defRPr>
            </a:pPr>
            <a:r>
              <a:rPr sz="2850" b="1">
                <a:solidFill>
                  <a:srgbClr val="202A33"/>
                </a:solidFill>
              </a:rPr>
              <a:t>固定提示約束依據、警告揭露與人工覆核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8584E7-7AF4-4B66-9B92-F799E22B5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23975"/>
            <a:ext cx="11087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B7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033E42-97DC-48C1-AEDE-D530B315D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108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59656E"/>
                </a:solidFill>
              </a:defRPr>
            </a:defPPr>
            <a:lvl1pPr>
              <a:defRPr sz="900" b="0">
                <a:solidFill>
                  <a:srgbClr val="59656E"/>
                </a:solidFill>
              </a:defRPr>
            </a:lvl1pPr>
            <a:lvl2pPr>
              <a:defRPr sz="900" b="0">
                <a:solidFill>
                  <a:srgbClr val="59656E"/>
                </a:solidFill>
              </a:defRPr>
            </a:lvl2pPr>
            <a:lvl3pPr>
              <a:defRPr sz="900" b="0">
                <a:solidFill>
                  <a:srgbClr val="59656E"/>
                </a:solidFill>
              </a:defRPr>
            </a:lvl3pPr>
            <a:lvl4pPr>
              <a:defRPr sz="900" b="0">
                <a:solidFill>
                  <a:srgbClr val="59656E"/>
                </a:solidFill>
              </a:defRPr>
            </a:lvl4pPr>
            <a:lvl5pPr>
              <a:defRPr sz="900" b="0">
                <a:solidFill>
                  <a:srgbClr val="59656E"/>
                </a:solidFill>
              </a:defRPr>
            </a:lvl5pPr>
            <a:lvl6pPr>
              <a:defRPr sz="900" b="0">
                <a:solidFill>
                  <a:srgbClr val="59656E"/>
                </a:solidFill>
              </a:defRPr>
            </a:lvl6pPr>
            <a:lvl7pPr>
              <a:defRPr sz="900" b="0">
                <a:solidFill>
                  <a:srgbClr val="59656E"/>
                </a:solidFill>
              </a:defRPr>
            </a:lvl7pPr>
            <a:lvl8pPr>
              <a:defRPr sz="900" b="0">
                <a:solidFill>
                  <a:srgbClr val="59656E"/>
                </a:solidFill>
              </a:defRPr>
            </a:lvl8pPr>
            <a:lvl9pPr>
              <a:defRPr sz="900" b="0">
                <a:solidFill>
                  <a:srgbClr val="59656E"/>
                </a:solidFill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59656E"/>
                </a:solidFill>
              </a:defRPr>
            </a:pPr>
            <a:r>
              <a:rPr sz="900" b="0">
                <a:solidFill>
                  <a:srgbClr val="59656E"/>
                </a:solidFill>
              </a:rPr>
              <a:t>鎖頭銀行 M365 COPILOT 黑客松  •  2026.10  |  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F64228-33FE-4851-BB2D-B643102DF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145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365A69"/>
                </a:solidFill>
              </a:defRPr>
            </a:defPPr>
            <a:lvl1pPr>
              <a:defRPr sz="1725" b="1">
                <a:solidFill>
                  <a:srgbClr val="365A69"/>
                </a:solidFill>
              </a:defRPr>
            </a:lvl1pPr>
            <a:lvl2pPr>
              <a:defRPr sz="1725" b="1">
                <a:solidFill>
                  <a:srgbClr val="365A69"/>
                </a:solidFill>
              </a:defRPr>
            </a:lvl2pPr>
            <a:lvl3pPr>
              <a:defRPr sz="1725" b="1">
                <a:solidFill>
                  <a:srgbClr val="365A69"/>
                </a:solidFill>
              </a:defRPr>
            </a:lvl3pPr>
            <a:lvl4pPr>
              <a:defRPr sz="1725" b="1">
                <a:solidFill>
                  <a:srgbClr val="365A69"/>
                </a:solidFill>
              </a:defRPr>
            </a:lvl4pPr>
            <a:lvl5pPr>
              <a:defRPr sz="1725" b="1">
                <a:solidFill>
                  <a:srgbClr val="365A69"/>
                </a:solidFill>
              </a:defRPr>
            </a:lvl5pPr>
            <a:lvl6pPr>
              <a:defRPr sz="1725" b="1">
                <a:solidFill>
                  <a:srgbClr val="365A69"/>
                </a:solidFill>
              </a:defRPr>
            </a:lvl6pPr>
            <a:lvl7pPr>
              <a:defRPr sz="1725" b="1">
                <a:solidFill>
                  <a:srgbClr val="365A69"/>
                </a:solidFill>
              </a:defRPr>
            </a:lvl7pPr>
            <a:lvl8pPr>
              <a:defRPr sz="1725" b="1">
                <a:solidFill>
                  <a:srgbClr val="365A69"/>
                </a:solidFill>
              </a:defRPr>
            </a:lvl8pPr>
            <a:lvl9pPr>
              <a:defRPr sz="1725" b="1">
                <a:solidFill>
                  <a:srgbClr val="365A69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65A69"/>
                </a:solidFill>
              </a:defRPr>
            </a:pPr>
            <a:r>
              <a:rPr sz="1725" b="1">
                <a:solidFill>
                  <a:srgbClr val="365A69"/>
                </a:solidFill>
              </a:rPr>
              <a:t>Copilot Chat 收到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09B297-3EF3-4CEB-9C64-1DD551F64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907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202A33"/>
                </a:solidFill>
              </a:defRPr>
            </a:defPPr>
            <a:lvl1pPr>
              <a:defRPr sz="2175" b="1">
                <a:solidFill>
                  <a:srgbClr val="202A33"/>
                </a:solidFill>
              </a:defRPr>
            </a:lvl1pPr>
            <a:lvl2pPr>
              <a:defRPr sz="2175" b="1">
                <a:solidFill>
                  <a:srgbClr val="202A33"/>
                </a:solidFill>
              </a:defRPr>
            </a:lvl2pPr>
            <a:lvl3pPr>
              <a:defRPr sz="2175" b="1">
                <a:solidFill>
                  <a:srgbClr val="202A33"/>
                </a:solidFill>
              </a:defRPr>
            </a:lvl3pPr>
            <a:lvl4pPr>
              <a:defRPr sz="2175" b="1">
                <a:solidFill>
                  <a:srgbClr val="202A33"/>
                </a:solidFill>
              </a:defRPr>
            </a:lvl4pPr>
            <a:lvl5pPr>
              <a:defRPr sz="2175" b="1">
                <a:solidFill>
                  <a:srgbClr val="202A33"/>
                </a:solidFill>
              </a:defRPr>
            </a:lvl5pPr>
            <a:lvl6pPr>
              <a:defRPr sz="2175" b="1">
                <a:solidFill>
                  <a:srgbClr val="202A33"/>
                </a:solidFill>
              </a:defRPr>
            </a:lvl6pPr>
            <a:lvl7pPr>
              <a:defRPr sz="2175" b="1">
                <a:solidFill>
                  <a:srgbClr val="202A33"/>
                </a:solidFill>
              </a:defRPr>
            </a:lvl7pPr>
            <a:lvl8pPr>
              <a:defRPr sz="2175" b="1">
                <a:solidFill>
                  <a:srgbClr val="202A33"/>
                </a:solidFill>
              </a:defRPr>
            </a:lvl8pPr>
            <a:lvl9pPr>
              <a:defRPr sz="2175" b="1">
                <a:solidFill>
                  <a:srgbClr val="202A33"/>
                </a:solidFill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02A33"/>
                </a:solidFill>
              </a:defRPr>
            </a:pPr>
            <a:r>
              <a:rPr sz="2175" b="1">
                <a:solidFill>
                  <a:srgbClr val="202A33"/>
                </a:solidFill>
              </a:rPr>
              <a:t>schemaVersion 1.0 JSON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E500FE-93C0-48A7-AB2D-EF9A5852B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09875"/>
            <a:ext cx="4762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25323C"/>
                </a:solidFill>
              </a:defRPr>
            </a:defPPr>
            <a:lvl1pPr>
              <a:defRPr sz="1500" b="0">
                <a:solidFill>
                  <a:srgbClr val="25323C"/>
                </a:solidFill>
              </a:defRPr>
            </a:lvl1pPr>
            <a:lvl2pPr>
              <a:defRPr sz="1500" b="0">
                <a:solidFill>
                  <a:srgbClr val="25323C"/>
                </a:solidFill>
              </a:defRPr>
            </a:lvl2pPr>
            <a:lvl3pPr>
              <a:defRPr sz="1500" b="0">
                <a:solidFill>
                  <a:srgbClr val="25323C"/>
                </a:solidFill>
              </a:defRPr>
            </a:lvl3pPr>
            <a:lvl4pPr>
              <a:defRPr sz="1500" b="0">
                <a:solidFill>
                  <a:srgbClr val="25323C"/>
                </a:solidFill>
              </a:defRPr>
            </a:lvl4pPr>
            <a:lvl5pPr>
              <a:defRPr sz="1500" b="0">
                <a:solidFill>
                  <a:srgbClr val="25323C"/>
                </a:solidFill>
              </a:defRPr>
            </a:lvl5pPr>
            <a:lvl6pPr>
              <a:defRPr sz="1500" b="0">
                <a:solidFill>
                  <a:srgbClr val="25323C"/>
                </a:solidFill>
              </a:defRPr>
            </a:lvl6pPr>
            <a:lvl7pPr>
              <a:defRPr sz="1500" b="0">
                <a:solidFill>
                  <a:srgbClr val="25323C"/>
                </a:solidFill>
              </a:defRPr>
            </a:lvl7pPr>
            <a:lvl8pPr>
              <a:defRPr sz="1500" b="0">
                <a:solidFill>
                  <a:srgbClr val="25323C"/>
                </a:solidFill>
              </a:defRPr>
            </a:lvl8pPr>
            <a:lvl9pPr>
              <a:defRPr sz="1500" b="0">
                <a:solidFill>
                  <a:srgbClr val="25323C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changes • impacts • evidence</a:t>
            </a:r>
          </a:p>
          <a:p xmlns:a="http://schemas.openxmlformats.org/drawingml/2006/main"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analysisMessages • limitations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52712C-AE74-4CF8-BA72-4CCE1C63E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619375"/>
            <a:ext cx="438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365A69"/>
                </a:solidFill>
              </a:defRPr>
            </a:defPPr>
            <a:lvl1pPr>
              <a:defRPr sz="2100" b="1">
                <a:solidFill>
                  <a:srgbClr val="365A69"/>
                </a:solidFill>
              </a:defRPr>
            </a:lvl1pPr>
            <a:lvl2pPr>
              <a:defRPr sz="2100" b="1">
                <a:solidFill>
                  <a:srgbClr val="365A69"/>
                </a:solidFill>
              </a:defRPr>
            </a:lvl2pPr>
            <a:lvl3pPr>
              <a:defRPr sz="2100" b="1">
                <a:solidFill>
                  <a:srgbClr val="365A69"/>
                </a:solidFill>
              </a:defRPr>
            </a:lvl3pPr>
            <a:lvl4pPr>
              <a:defRPr sz="2100" b="1">
                <a:solidFill>
                  <a:srgbClr val="365A69"/>
                </a:solidFill>
              </a:defRPr>
            </a:lvl4pPr>
            <a:lvl5pPr>
              <a:defRPr sz="2100" b="1">
                <a:solidFill>
                  <a:srgbClr val="365A69"/>
                </a:solidFill>
              </a:defRPr>
            </a:lvl5pPr>
            <a:lvl6pPr>
              <a:defRPr sz="2100" b="1">
                <a:solidFill>
                  <a:srgbClr val="365A69"/>
                </a:solidFill>
              </a:defRPr>
            </a:lvl6pPr>
            <a:lvl7pPr>
              <a:defRPr sz="2100" b="1">
                <a:solidFill>
                  <a:srgbClr val="365A69"/>
                </a:solidFill>
              </a:defRPr>
            </a:lvl7pPr>
            <a:lvl8pPr>
              <a:defRPr sz="2100" b="1">
                <a:solidFill>
                  <a:srgbClr val="365A69"/>
                </a:solidFill>
              </a:defRPr>
            </a:lvl8pPr>
            <a:lvl9pPr>
              <a:defRPr sz="2100" b="1">
                <a:solidFill>
                  <a:srgbClr val="365A69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365A69"/>
                </a:solidFill>
              </a:defRPr>
            </a:pPr>
            <a:r>
              <a:rPr sz="2100" b="1">
                <a:solidFill>
                  <a:srgbClr val="365A69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5E6DC5-8045-4E37-AA6C-8BF3EC662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14500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365A69"/>
                </a:solidFill>
              </a:defRPr>
            </a:defPPr>
            <a:lvl1pPr>
              <a:defRPr sz="1725" b="1">
                <a:solidFill>
                  <a:srgbClr val="365A69"/>
                </a:solidFill>
              </a:defRPr>
            </a:lvl1pPr>
            <a:lvl2pPr>
              <a:defRPr sz="1725" b="1">
                <a:solidFill>
                  <a:srgbClr val="365A69"/>
                </a:solidFill>
              </a:defRPr>
            </a:lvl2pPr>
            <a:lvl3pPr>
              <a:defRPr sz="1725" b="1">
                <a:solidFill>
                  <a:srgbClr val="365A69"/>
                </a:solidFill>
              </a:defRPr>
            </a:lvl3pPr>
            <a:lvl4pPr>
              <a:defRPr sz="1725" b="1">
                <a:solidFill>
                  <a:srgbClr val="365A69"/>
                </a:solidFill>
              </a:defRPr>
            </a:lvl4pPr>
            <a:lvl5pPr>
              <a:defRPr sz="1725" b="1">
                <a:solidFill>
                  <a:srgbClr val="365A69"/>
                </a:solidFill>
              </a:defRPr>
            </a:lvl5pPr>
            <a:lvl6pPr>
              <a:defRPr sz="1725" b="1">
                <a:solidFill>
                  <a:srgbClr val="365A69"/>
                </a:solidFill>
              </a:defRPr>
            </a:lvl6pPr>
            <a:lvl7pPr>
              <a:defRPr sz="1725" b="1">
                <a:solidFill>
                  <a:srgbClr val="365A69"/>
                </a:solidFill>
              </a:defRPr>
            </a:lvl7pPr>
            <a:lvl8pPr>
              <a:defRPr sz="1725" b="1">
                <a:solidFill>
                  <a:srgbClr val="365A69"/>
                </a:solidFill>
              </a:defRPr>
            </a:lvl8pPr>
            <a:lvl9pPr>
              <a:defRPr sz="1725" b="1">
                <a:solidFill>
                  <a:srgbClr val="365A69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65A69"/>
                </a:solidFill>
              </a:defRPr>
            </a:pPr>
            <a:r>
              <a:rPr sz="1725" b="1">
                <a:solidFill>
                  <a:srgbClr val="365A69"/>
                </a:solidFill>
              </a:rPr>
              <a:t>Copilot Chat 整理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E1971-DCF6-4E23-9C6E-9E8F06EB4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90750"/>
            <a:ext cx="457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202A33"/>
                </a:solidFill>
              </a:defRPr>
            </a:defPPr>
            <a:lvl1pPr>
              <a:defRPr sz="2175" b="1">
                <a:solidFill>
                  <a:srgbClr val="202A33"/>
                </a:solidFill>
              </a:defRPr>
            </a:lvl1pPr>
            <a:lvl2pPr>
              <a:defRPr sz="2175" b="1">
                <a:solidFill>
                  <a:srgbClr val="202A33"/>
                </a:solidFill>
              </a:defRPr>
            </a:lvl2pPr>
            <a:lvl3pPr>
              <a:defRPr sz="2175" b="1">
                <a:solidFill>
                  <a:srgbClr val="202A33"/>
                </a:solidFill>
              </a:defRPr>
            </a:lvl3pPr>
            <a:lvl4pPr>
              <a:defRPr sz="2175" b="1">
                <a:solidFill>
                  <a:srgbClr val="202A33"/>
                </a:solidFill>
              </a:defRPr>
            </a:lvl4pPr>
            <a:lvl5pPr>
              <a:defRPr sz="2175" b="1">
                <a:solidFill>
                  <a:srgbClr val="202A33"/>
                </a:solidFill>
              </a:defRPr>
            </a:lvl5pPr>
            <a:lvl6pPr>
              <a:defRPr sz="2175" b="1">
                <a:solidFill>
                  <a:srgbClr val="202A33"/>
                </a:solidFill>
              </a:defRPr>
            </a:lvl6pPr>
            <a:lvl7pPr>
              <a:defRPr sz="2175" b="1">
                <a:solidFill>
                  <a:srgbClr val="202A33"/>
                </a:solidFill>
              </a:defRPr>
            </a:lvl7pPr>
            <a:lvl8pPr>
              <a:defRPr sz="2175" b="1">
                <a:solidFill>
                  <a:srgbClr val="202A33"/>
                </a:solidFill>
              </a:defRPr>
            </a:lvl8pPr>
            <a:lvl9pPr>
              <a:defRPr sz="2175" b="1">
                <a:solidFill>
                  <a:srgbClr val="202A33"/>
                </a:solidFill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02A33"/>
                </a:solidFill>
              </a:defRPr>
            </a:pPr>
            <a:r>
              <a:rPr sz="2175" b="1">
                <a:solidFill>
                  <a:srgbClr val="202A33"/>
                </a:solidFill>
              </a:rPr>
              <a:t>繁體中文影響摘要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188F2C-02A1-4FE8-B0DE-5DFC5EDC6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09875"/>
            <a:ext cx="4572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25323C"/>
                </a:solidFill>
              </a:defRPr>
            </a:defPPr>
            <a:lvl1pPr>
              <a:defRPr sz="1500" b="0">
                <a:solidFill>
                  <a:srgbClr val="25323C"/>
                </a:solidFill>
              </a:defRPr>
            </a:lvl1pPr>
            <a:lvl2pPr>
              <a:defRPr sz="1500" b="0">
                <a:solidFill>
                  <a:srgbClr val="25323C"/>
                </a:solidFill>
              </a:defRPr>
            </a:lvl2pPr>
            <a:lvl3pPr>
              <a:defRPr sz="1500" b="0">
                <a:solidFill>
                  <a:srgbClr val="25323C"/>
                </a:solidFill>
              </a:defRPr>
            </a:lvl3pPr>
            <a:lvl4pPr>
              <a:defRPr sz="1500" b="0">
                <a:solidFill>
                  <a:srgbClr val="25323C"/>
                </a:solidFill>
              </a:defRPr>
            </a:lvl4pPr>
            <a:lvl5pPr>
              <a:defRPr sz="1500" b="0">
                <a:solidFill>
                  <a:srgbClr val="25323C"/>
                </a:solidFill>
              </a:defRPr>
            </a:lvl5pPr>
            <a:lvl6pPr>
              <a:defRPr sz="1500" b="0">
                <a:solidFill>
                  <a:srgbClr val="25323C"/>
                </a:solidFill>
              </a:defRPr>
            </a:lvl6pPr>
            <a:lvl7pPr>
              <a:defRPr sz="1500" b="0">
                <a:solidFill>
                  <a:srgbClr val="25323C"/>
                </a:solidFill>
              </a:defRPr>
            </a:lvl7pPr>
            <a:lvl8pPr>
              <a:defRPr sz="1500" b="0">
                <a:solidFill>
                  <a:srgbClr val="25323C"/>
                </a:solidFill>
              </a:defRPr>
            </a:lvl8pPr>
            <a:lvl9pPr>
              <a:defRPr sz="1500" b="0">
                <a:solidFill>
                  <a:srgbClr val="25323C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列出已知影響與證據</a:t>
            </a:r>
          </a:p>
          <a:p xmlns:a="http://schemas.openxmlformats.org/drawingml/2006/main"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揭露警告及涵蓋限制</a:t>
            </a:r>
          </a:p>
          <a:p xmlns:a="http://schemas.openxmlformats.org/drawingml/2006/main"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產生建議檢核清單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E8DD34-D637-4510-9643-4689CBE8F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05300"/>
            <a:ext cx="10706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7BBC61-FE1B-4883-8A0D-DEAB8EAF6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62500"/>
            <a:ext cx="209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365A69"/>
                </a:solidFill>
              </a:defRPr>
            </a:defPPr>
            <a:lvl1pPr>
              <a:defRPr sz="1650" b="1">
                <a:solidFill>
                  <a:srgbClr val="365A69"/>
                </a:solidFill>
              </a:defRPr>
            </a:lvl1pPr>
            <a:lvl2pPr>
              <a:defRPr sz="1650" b="1">
                <a:solidFill>
                  <a:srgbClr val="365A69"/>
                </a:solidFill>
              </a:defRPr>
            </a:lvl2pPr>
            <a:lvl3pPr>
              <a:defRPr sz="1650" b="1">
                <a:solidFill>
                  <a:srgbClr val="365A69"/>
                </a:solidFill>
              </a:defRPr>
            </a:lvl3pPr>
            <a:lvl4pPr>
              <a:defRPr sz="1650" b="1">
                <a:solidFill>
                  <a:srgbClr val="365A69"/>
                </a:solidFill>
              </a:defRPr>
            </a:lvl4pPr>
            <a:lvl5pPr>
              <a:defRPr sz="1650" b="1">
                <a:solidFill>
                  <a:srgbClr val="365A69"/>
                </a:solidFill>
              </a:defRPr>
            </a:lvl5pPr>
            <a:lvl6pPr>
              <a:defRPr sz="1650" b="1">
                <a:solidFill>
                  <a:srgbClr val="365A69"/>
                </a:solidFill>
              </a:defRPr>
            </a:lvl6pPr>
            <a:lvl7pPr>
              <a:defRPr sz="1650" b="1">
                <a:solidFill>
                  <a:srgbClr val="365A69"/>
                </a:solidFill>
              </a:defRPr>
            </a:lvl7pPr>
            <a:lvl8pPr>
              <a:defRPr sz="1650" b="1">
                <a:solidFill>
                  <a:srgbClr val="365A69"/>
                </a:solidFill>
              </a:defRPr>
            </a:lvl8pPr>
            <a:lvl9pPr>
              <a:defRPr sz="1650" b="1">
                <a:solidFill>
                  <a:srgbClr val="365A69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365A69"/>
                </a:solidFill>
              </a:defRPr>
            </a:pPr>
            <a:r>
              <a:rPr sz="1650" b="1">
                <a:solidFill>
                  <a:srgbClr val="365A69"/>
                </a:solidFill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9ABC0A-554B-48E4-B7B4-8D6D3C1E0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7625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25323C"/>
                </a:solidFill>
              </a:defRPr>
            </a:defPPr>
            <a:lvl1pPr>
              <a:defRPr sz="1425" b="0">
                <a:solidFill>
                  <a:srgbClr val="25323C"/>
                </a:solidFill>
              </a:defRPr>
            </a:lvl1pPr>
            <a:lvl2pPr>
              <a:defRPr sz="1425" b="0">
                <a:solidFill>
                  <a:srgbClr val="25323C"/>
                </a:solidFill>
              </a:defRPr>
            </a:lvl2pPr>
            <a:lvl3pPr>
              <a:defRPr sz="1425" b="0">
                <a:solidFill>
                  <a:srgbClr val="25323C"/>
                </a:solidFill>
              </a:defRPr>
            </a:lvl3pPr>
            <a:lvl4pPr>
              <a:defRPr sz="1425" b="0">
                <a:solidFill>
                  <a:srgbClr val="25323C"/>
                </a:solidFill>
              </a:defRPr>
            </a:lvl4pPr>
            <a:lvl5pPr>
              <a:defRPr sz="1425" b="0">
                <a:solidFill>
                  <a:srgbClr val="25323C"/>
                </a:solidFill>
              </a:defRPr>
            </a:lvl5pPr>
            <a:lvl6pPr>
              <a:defRPr sz="1425" b="0">
                <a:solidFill>
                  <a:srgbClr val="25323C"/>
                </a:solidFill>
              </a:defRPr>
            </a:lvl6pPr>
            <a:lvl7pPr>
              <a:defRPr sz="1425" b="0">
                <a:solidFill>
                  <a:srgbClr val="25323C"/>
                </a:solidFill>
              </a:defRPr>
            </a:lvl7pPr>
            <a:lvl8pPr>
              <a:defRPr sz="1425" b="0">
                <a:solidFill>
                  <a:srgbClr val="25323C"/>
                </a:solidFill>
              </a:defRPr>
            </a:lvl8pPr>
            <a:lvl9pPr>
              <a:defRPr sz="1425" b="0">
                <a:solidFill>
                  <a:srgbClr val="25323C"/>
                </a:solidFill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25323C"/>
                </a:solidFill>
              </a:defRPr>
            </a:pPr>
            <a:r>
              <a:rPr sz="1425" b="0">
                <a:solidFill>
                  <a:srgbClr val="25323C"/>
                </a:solidFill>
              </a:rPr>
              <a:t>不新增 JSON 以外的相依關係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66ECCB-BBE7-4384-849E-6C34DE8BF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24450"/>
            <a:ext cx="209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365A69"/>
                </a:solidFill>
              </a:defRPr>
            </a:defPPr>
            <a:lvl1pPr>
              <a:defRPr sz="1650" b="1">
                <a:solidFill>
                  <a:srgbClr val="365A69"/>
                </a:solidFill>
              </a:defRPr>
            </a:lvl1pPr>
            <a:lvl2pPr>
              <a:defRPr sz="1650" b="1">
                <a:solidFill>
                  <a:srgbClr val="365A69"/>
                </a:solidFill>
              </a:defRPr>
            </a:lvl2pPr>
            <a:lvl3pPr>
              <a:defRPr sz="1650" b="1">
                <a:solidFill>
                  <a:srgbClr val="365A69"/>
                </a:solidFill>
              </a:defRPr>
            </a:lvl3pPr>
            <a:lvl4pPr>
              <a:defRPr sz="1650" b="1">
                <a:solidFill>
                  <a:srgbClr val="365A69"/>
                </a:solidFill>
              </a:defRPr>
            </a:lvl4pPr>
            <a:lvl5pPr>
              <a:defRPr sz="1650" b="1">
                <a:solidFill>
                  <a:srgbClr val="365A69"/>
                </a:solidFill>
              </a:defRPr>
            </a:lvl5pPr>
            <a:lvl6pPr>
              <a:defRPr sz="1650" b="1">
                <a:solidFill>
                  <a:srgbClr val="365A69"/>
                </a:solidFill>
              </a:defRPr>
            </a:lvl6pPr>
            <a:lvl7pPr>
              <a:defRPr sz="1650" b="1">
                <a:solidFill>
                  <a:srgbClr val="365A69"/>
                </a:solidFill>
              </a:defRPr>
            </a:lvl7pPr>
            <a:lvl8pPr>
              <a:defRPr sz="1650" b="1">
                <a:solidFill>
                  <a:srgbClr val="365A69"/>
                </a:solidFill>
              </a:defRPr>
            </a:lvl8pPr>
            <a:lvl9pPr>
              <a:defRPr sz="1650" b="1">
                <a:solidFill>
                  <a:srgbClr val="365A69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365A69"/>
                </a:solidFill>
              </a:defRPr>
            </a:pPr>
            <a:r>
              <a:rPr sz="1650" b="1">
                <a:solidFill>
                  <a:srgbClr val="365A69"/>
                </a:solidFill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BAA883-BE7E-4B67-A259-B38C34757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12445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25323C"/>
                </a:solidFill>
              </a:defRPr>
            </a:defPPr>
            <a:lvl1pPr>
              <a:defRPr sz="1425" b="0">
                <a:solidFill>
                  <a:srgbClr val="25323C"/>
                </a:solidFill>
              </a:defRPr>
            </a:lvl1pPr>
            <a:lvl2pPr>
              <a:defRPr sz="1425" b="0">
                <a:solidFill>
                  <a:srgbClr val="25323C"/>
                </a:solidFill>
              </a:defRPr>
            </a:lvl2pPr>
            <a:lvl3pPr>
              <a:defRPr sz="1425" b="0">
                <a:solidFill>
                  <a:srgbClr val="25323C"/>
                </a:solidFill>
              </a:defRPr>
            </a:lvl3pPr>
            <a:lvl4pPr>
              <a:defRPr sz="1425" b="0">
                <a:solidFill>
                  <a:srgbClr val="25323C"/>
                </a:solidFill>
              </a:defRPr>
            </a:lvl4pPr>
            <a:lvl5pPr>
              <a:defRPr sz="1425" b="0">
                <a:solidFill>
                  <a:srgbClr val="25323C"/>
                </a:solidFill>
              </a:defRPr>
            </a:lvl5pPr>
            <a:lvl6pPr>
              <a:defRPr sz="1425" b="0">
                <a:solidFill>
                  <a:srgbClr val="25323C"/>
                </a:solidFill>
              </a:defRPr>
            </a:lvl6pPr>
            <a:lvl7pPr>
              <a:defRPr sz="1425" b="0">
                <a:solidFill>
                  <a:srgbClr val="25323C"/>
                </a:solidFill>
              </a:defRPr>
            </a:lvl7pPr>
            <a:lvl8pPr>
              <a:defRPr sz="1425" b="0">
                <a:solidFill>
                  <a:srgbClr val="25323C"/>
                </a:solidFill>
              </a:defRPr>
            </a:lvl8pPr>
            <a:lvl9pPr>
              <a:defRPr sz="1425" b="0">
                <a:solidFill>
                  <a:srgbClr val="25323C"/>
                </a:solidFill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25323C"/>
                </a:solidFill>
              </a:defRPr>
            </a:pPr>
            <a:r>
              <a:rPr sz="1425" b="0">
                <a:solidFill>
                  <a:srgbClr val="25323C"/>
                </a:solidFill>
              </a:rPr>
              <a:t>警告存在時不宣稱清單完整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AD9BAD-90C4-4695-977D-F7EF4F050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86400"/>
            <a:ext cx="209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365A69"/>
                </a:solidFill>
              </a:defRPr>
            </a:defPPr>
            <a:lvl1pPr>
              <a:defRPr sz="1650" b="1">
                <a:solidFill>
                  <a:srgbClr val="365A69"/>
                </a:solidFill>
              </a:defRPr>
            </a:lvl1pPr>
            <a:lvl2pPr>
              <a:defRPr sz="1650" b="1">
                <a:solidFill>
                  <a:srgbClr val="365A69"/>
                </a:solidFill>
              </a:defRPr>
            </a:lvl2pPr>
            <a:lvl3pPr>
              <a:defRPr sz="1650" b="1">
                <a:solidFill>
                  <a:srgbClr val="365A69"/>
                </a:solidFill>
              </a:defRPr>
            </a:lvl3pPr>
            <a:lvl4pPr>
              <a:defRPr sz="1650" b="1">
                <a:solidFill>
                  <a:srgbClr val="365A69"/>
                </a:solidFill>
              </a:defRPr>
            </a:lvl4pPr>
            <a:lvl5pPr>
              <a:defRPr sz="1650" b="1">
                <a:solidFill>
                  <a:srgbClr val="365A69"/>
                </a:solidFill>
              </a:defRPr>
            </a:lvl5pPr>
            <a:lvl6pPr>
              <a:defRPr sz="1650" b="1">
                <a:solidFill>
                  <a:srgbClr val="365A69"/>
                </a:solidFill>
              </a:defRPr>
            </a:lvl6pPr>
            <a:lvl7pPr>
              <a:defRPr sz="1650" b="1">
                <a:solidFill>
                  <a:srgbClr val="365A69"/>
                </a:solidFill>
              </a:defRPr>
            </a:lvl7pPr>
            <a:lvl8pPr>
              <a:defRPr sz="1650" b="1">
                <a:solidFill>
                  <a:srgbClr val="365A69"/>
                </a:solidFill>
              </a:defRPr>
            </a:lvl8pPr>
            <a:lvl9pPr>
              <a:defRPr sz="1650" b="1">
                <a:solidFill>
                  <a:srgbClr val="365A69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365A69"/>
                </a:solidFill>
              </a:defRPr>
            </a:pPr>
            <a:r>
              <a:rPr sz="1650" b="1">
                <a:solidFill>
                  <a:srgbClr val="365A69"/>
                </a:solidFill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4E53FE-A364-428D-BA2C-B8BD96D00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4864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25323C"/>
                </a:solidFill>
              </a:defRPr>
            </a:defPPr>
            <a:lvl1pPr>
              <a:defRPr sz="1425" b="0">
                <a:solidFill>
                  <a:srgbClr val="25323C"/>
                </a:solidFill>
              </a:defRPr>
            </a:lvl1pPr>
            <a:lvl2pPr>
              <a:defRPr sz="1425" b="0">
                <a:solidFill>
                  <a:srgbClr val="25323C"/>
                </a:solidFill>
              </a:defRPr>
            </a:lvl2pPr>
            <a:lvl3pPr>
              <a:defRPr sz="1425" b="0">
                <a:solidFill>
                  <a:srgbClr val="25323C"/>
                </a:solidFill>
              </a:defRPr>
            </a:lvl3pPr>
            <a:lvl4pPr>
              <a:defRPr sz="1425" b="0">
                <a:solidFill>
                  <a:srgbClr val="25323C"/>
                </a:solidFill>
              </a:defRPr>
            </a:lvl4pPr>
            <a:lvl5pPr>
              <a:defRPr sz="1425" b="0">
                <a:solidFill>
                  <a:srgbClr val="25323C"/>
                </a:solidFill>
              </a:defRPr>
            </a:lvl5pPr>
            <a:lvl6pPr>
              <a:defRPr sz="1425" b="0">
                <a:solidFill>
                  <a:srgbClr val="25323C"/>
                </a:solidFill>
              </a:defRPr>
            </a:lvl6pPr>
            <a:lvl7pPr>
              <a:defRPr sz="1425" b="0">
                <a:solidFill>
                  <a:srgbClr val="25323C"/>
                </a:solidFill>
              </a:defRPr>
            </a:lvl7pPr>
            <a:lvl8pPr>
              <a:defRPr sz="1425" b="0">
                <a:solidFill>
                  <a:srgbClr val="25323C"/>
                </a:solidFill>
              </a:defRPr>
            </a:lvl8pPr>
            <a:lvl9pPr>
              <a:defRPr sz="1425" b="0">
                <a:solidFill>
                  <a:srgbClr val="25323C"/>
                </a:solidFill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25323C"/>
                </a:solidFill>
              </a:defRPr>
            </a:pPr>
            <a:r>
              <a:rPr sz="1425" b="0">
                <a:solidFill>
                  <a:srgbClr val="25323C"/>
                </a:solidFill>
              </a:rPr>
              <a:t>建議事項不代表測試已完成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335F42-DC5D-4042-90EE-31621D55F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848350"/>
            <a:ext cx="209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365A69"/>
                </a:solidFill>
              </a:defRPr>
            </a:defPPr>
            <a:lvl1pPr>
              <a:defRPr sz="1650" b="1">
                <a:solidFill>
                  <a:srgbClr val="365A69"/>
                </a:solidFill>
              </a:defRPr>
            </a:lvl1pPr>
            <a:lvl2pPr>
              <a:defRPr sz="1650" b="1">
                <a:solidFill>
                  <a:srgbClr val="365A69"/>
                </a:solidFill>
              </a:defRPr>
            </a:lvl2pPr>
            <a:lvl3pPr>
              <a:defRPr sz="1650" b="1">
                <a:solidFill>
                  <a:srgbClr val="365A69"/>
                </a:solidFill>
              </a:defRPr>
            </a:lvl3pPr>
            <a:lvl4pPr>
              <a:defRPr sz="1650" b="1">
                <a:solidFill>
                  <a:srgbClr val="365A69"/>
                </a:solidFill>
              </a:defRPr>
            </a:lvl4pPr>
            <a:lvl5pPr>
              <a:defRPr sz="1650" b="1">
                <a:solidFill>
                  <a:srgbClr val="365A69"/>
                </a:solidFill>
              </a:defRPr>
            </a:lvl5pPr>
            <a:lvl6pPr>
              <a:defRPr sz="1650" b="1">
                <a:solidFill>
                  <a:srgbClr val="365A69"/>
                </a:solidFill>
              </a:defRPr>
            </a:lvl6pPr>
            <a:lvl7pPr>
              <a:defRPr sz="1650" b="1">
                <a:solidFill>
                  <a:srgbClr val="365A69"/>
                </a:solidFill>
              </a:defRPr>
            </a:lvl7pPr>
            <a:lvl8pPr>
              <a:defRPr sz="1650" b="1">
                <a:solidFill>
                  <a:srgbClr val="365A69"/>
                </a:solidFill>
              </a:defRPr>
            </a:lvl8pPr>
            <a:lvl9pPr>
              <a:defRPr sz="1650" b="1">
                <a:solidFill>
                  <a:srgbClr val="365A69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365A69"/>
                </a:solidFill>
              </a:defRPr>
            </a:pPr>
            <a:r>
              <a:rPr sz="1650" b="1">
                <a:solidFill>
                  <a:srgbClr val="365A69"/>
                </a:solidFill>
              </a:rPr>
              <a:t>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1522BD-FDAC-4F33-8DE7-AB6410990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84835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25323C"/>
                </a:solidFill>
              </a:defRPr>
            </a:defPPr>
            <a:lvl1pPr>
              <a:defRPr sz="1425" b="0">
                <a:solidFill>
                  <a:srgbClr val="25323C"/>
                </a:solidFill>
              </a:defRPr>
            </a:lvl1pPr>
            <a:lvl2pPr>
              <a:defRPr sz="1425" b="0">
                <a:solidFill>
                  <a:srgbClr val="25323C"/>
                </a:solidFill>
              </a:defRPr>
            </a:lvl2pPr>
            <a:lvl3pPr>
              <a:defRPr sz="1425" b="0">
                <a:solidFill>
                  <a:srgbClr val="25323C"/>
                </a:solidFill>
              </a:defRPr>
            </a:lvl3pPr>
            <a:lvl4pPr>
              <a:defRPr sz="1425" b="0">
                <a:solidFill>
                  <a:srgbClr val="25323C"/>
                </a:solidFill>
              </a:defRPr>
            </a:lvl4pPr>
            <a:lvl5pPr>
              <a:defRPr sz="1425" b="0">
                <a:solidFill>
                  <a:srgbClr val="25323C"/>
                </a:solidFill>
              </a:defRPr>
            </a:lvl5pPr>
            <a:lvl6pPr>
              <a:defRPr sz="1425" b="0">
                <a:solidFill>
                  <a:srgbClr val="25323C"/>
                </a:solidFill>
              </a:defRPr>
            </a:lvl6pPr>
            <a:lvl7pPr>
              <a:defRPr sz="1425" b="0">
                <a:solidFill>
                  <a:srgbClr val="25323C"/>
                </a:solidFill>
              </a:defRPr>
            </a:lvl7pPr>
            <a:lvl8pPr>
              <a:defRPr sz="1425" b="0">
                <a:solidFill>
                  <a:srgbClr val="25323C"/>
                </a:solidFill>
              </a:defRPr>
            </a:lvl8pPr>
            <a:lvl9pPr>
              <a:defRPr sz="1425" b="0">
                <a:solidFill>
                  <a:srgbClr val="25323C"/>
                </a:solidFill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25323C"/>
                </a:solidFill>
              </a:defRPr>
            </a:pPr>
            <a:r>
              <a:rPr sz="1425" b="0">
                <a:solidFill>
                  <a:srgbClr val="25323C"/>
                </a:solidFill>
              </a:rPr>
              <a:t>輸出不等於核准或部署許可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00AB79-789C-497B-968D-538491B27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2484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C65D3B"/>
                </a:solidFill>
              </a:defRPr>
            </a:defPPr>
            <a:lvl1pPr>
              <a:defRPr sz="1125" b="1">
                <a:solidFill>
                  <a:srgbClr val="C65D3B"/>
                </a:solidFill>
              </a:defRPr>
            </a:lvl1pPr>
            <a:lvl2pPr>
              <a:defRPr sz="1125" b="1">
                <a:solidFill>
                  <a:srgbClr val="C65D3B"/>
                </a:solidFill>
              </a:defRPr>
            </a:lvl2pPr>
            <a:lvl3pPr>
              <a:defRPr sz="1125" b="1">
                <a:solidFill>
                  <a:srgbClr val="C65D3B"/>
                </a:solidFill>
              </a:defRPr>
            </a:lvl3pPr>
            <a:lvl4pPr>
              <a:defRPr sz="1125" b="1">
                <a:solidFill>
                  <a:srgbClr val="C65D3B"/>
                </a:solidFill>
              </a:defRPr>
            </a:lvl4pPr>
            <a:lvl5pPr>
              <a:defRPr sz="1125" b="1">
                <a:solidFill>
                  <a:srgbClr val="C65D3B"/>
                </a:solidFill>
              </a:defRPr>
            </a:lvl5pPr>
            <a:lvl6pPr>
              <a:defRPr sz="1125" b="1">
                <a:solidFill>
                  <a:srgbClr val="C65D3B"/>
                </a:solidFill>
              </a:defRPr>
            </a:lvl6pPr>
            <a:lvl7pPr>
              <a:defRPr sz="1125" b="1">
                <a:solidFill>
                  <a:srgbClr val="C65D3B"/>
                </a:solidFill>
              </a:defRPr>
            </a:lvl7pPr>
            <a:lvl8pPr>
              <a:defRPr sz="1125" b="1">
                <a:solidFill>
                  <a:srgbClr val="C65D3B"/>
                </a:solidFill>
              </a:defRPr>
            </a:lvl8pPr>
            <a:lvl9pPr>
              <a:defRPr sz="1125" b="1">
                <a:solidFill>
                  <a:srgbClr val="C65D3B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C65D3B"/>
                </a:solidFill>
              </a:defRPr>
            </a:pPr>
            <a:r>
              <a:rPr sz="1125" b="1">
                <a:solidFill>
                  <a:srgbClr val="C65D3B"/>
                </a:solidFill>
              </a:rPr>
              <a:t>提示只是約束，不是正確性保證；每次回答都須逐項核對。</a:t>
            </a:r>
          </a:p>
        </p:txBody>
      </p:sp>
    </p:spTree>
    <p:extLst>
      <p:ext uri="{BB962C8B-B14F-4D97-AF65-F5344CB8AC3E}">
        <p14:creationId xmlns:p14="http://schemas.microsoft.com/office/powerpoint/2010/main" val="13614274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E9F611-FC60-49EC-928E-F22264FA2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202A33"/>
                </a:solidFill>
              </a:defRPr>
            </a:defPPr>
            <a:lvl1pPr>
              <a:defRPr sz="1125" b="1">
                <a:solidFill>
                  <a:srgbClr val="202A33"/>
                </a:solidFill>
              </a:defRPr>
            </a:lvl1pPr>
            <a:lvl2pPr>
              <a:defRPr sz="1125" b="1">
                <a:solidFill>
                  <a:srgbClr val="202A33"/>
                </a:solidFill>
              </a:defRPr>
            </a:lvl2pPr>
            <a:lvl3pPr>
              <a:defRPr sz="1125" b="1">
                <a:solidFill>
                  <a:srgbClr val="202A33"/>
                </a:solidFill>
              </a:defRPr>
            </a:lvl3pPr>
            <a:lvl4pPr>
              <a:defRPr sz="1125" b="1">
                <a:solidFill>
                  <a:srgbClr val="202A33"/>
                </a:solidFill>
              </a:defRPr>
            </a:lvl4pPr>
            <a:lvl5pPr>
              <a:defRPr sz="1125" b="1">
                <a:solidFill>
                  <a:srgbClr val="202A33"/>
                </a:solidFill>
              </a:defRPr>
            </a:lvl5pPr>
            <a:lvl6pPr>
              <a:defRPr sz="1125" b="1">
                <a:solidFill>
                  <a:srgbClr val="202A33"/>
                </a:solidFill>
              </a:defRPr>
            </a:lvl6pPr>
            <a:lvl7pPr>
              <a:defRPr sz="1125" b="1">
                <a:solidFill>
                  <a:srgbClr val="202A33"/>
                </a:solidFill>
              </a:defRPr>
            </a:lvl7pPr>
            <a:lvl8pPr>
              <a:defRPr sz="1125" b="1">
                <a:solidFill>
                  <a:srgbClr val="202A33"/>
                </a:solidFill>
              </a:defRPr>
            </a:lvl8pPr>
            <a:lvl9pPr>
              <a:defRPr sz="1125" b="1">
                <a:solidFill>
                  <a:srgbClr val="202A33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202A33"/>
                </a:solidFill>
              </a:defRPr>
            </a:pPr>
            <a:r>
              <a:rPr sz="1125" b="1">
                <a:solidFill>
                  <a:srgbClr val="202A33"/>
                </a:solidFill>
              </a:rPr>
              <a:t>SQL SPA TOOLS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6BFA63-8865-40CB-B207-B6D2155B1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11087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202A33"/>
                </a:solidFill>
              </a:defRPr>
            </a:defPPr>
            <a:lvl1pPr>
              <a:defRPr sz="2850" b="1">
                <a:solidFill>
                  <a:srgbClr val="202A33"/>
                </a:solidFill>
              </a:defRPr>
            </a:lvl1pPr>
            <a:lvl2pPr>
              <a:defRPr sz="2850" b="1">
                <a:solidFill>
                  <a:srgbClr val="202A33"/>
                </a:solidFill>
              </a:defRPr>
            </a:lvl2pPr>
            <a:lvl3pPr>
              <a:defRPr sz="2850" b="1">
                <a:solidFill>
                  <a:srgbClr val="202A33"/>
                </a:solidFill>
              </a:defRPr>
            </a:lvl3pPr>
            <a:lvl4pPr>
              <a:defRPr sz="2850" b="1">
                <a:solidFill>
                  <a:srgbClr val="202A33"/>
                </a:solidFill>
              </a:defRPr>
            </a:lvl4pPr>
            <a:lvl5pPr>
              <a:defRPr sz="2850" b="1">
                <a:solidFill>
                  <a:srgbClr val="202A33"/>
                </a:solidFill>
              </a:defRPr>
            </a:lvl5pPr>
            <a:lvl6pPr>
              <a:defRPr sz="2850" b="1">
                <a:solidFill>
                  <a:srgbClr val="202A33"/>
                </a:solidFill>
              </a:defRPr>
            </a:lvl6pPr>
            <a:lvl7pPr>
              <a:defRPr sz="2850" b="1">
                <a:solidFill>
                  <a:srgbClr val="202A33"/>
                </a:solidFill>
              </a:defRPr>
            </a:lvl7pPr>
            <a:lvl8pPr>
              <a:defRPr sz="2850" b="1">
                <a:solidFill>
                  <a:srgbClr val="202A33"/>
                </a:solidFill>
              </a:defRPr>
            </a:lvl8pPr>
            <a:lvl9pPr>
              <a:defRPr sz="2850" b="1">
                <a:solidFill>
                  <a:srgbClr val="202A33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202A33"/>
                </a:solidFill>
              </a:defRPr>
            </a:pPr>
            <a:r>
              <a:rPr sz="2850" b="1">
                <a:solidFill>
                  <a:srgbClr val="202A33"/>
                </a:solidFill>
              </a:rPr>
              <a:t>本機 SQL 分析、人工交接、Copilot 整理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93C219-A558-4DAD-A685-DEE2D10E9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23975"/>
            <a:ext cx="11087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B7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34D604-8877-46B4-BB78-BA7C0FBB1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108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59656E"/>
                </a:solidFill>
              </a:defRPr>
            </a:defPPr>
            <a:lvl1pPr>
              <a:defRPr sz="900" b="0">
                <a:solidFill>
                  <a:srgbClr val="59656E"/>
                </a:solidFill>
              </a:defRPr>
            </a:lvl1pPr>
            <a:lvl2pPr>
              <a:defRPr sz="900" b="0">
                <a:solidFill>
                  <a:srgbClr val="59656E"/>
                </a:solidFill>
              </a:defRPr>
            </a:lvl2pPr>
            <a:lvl3pPr>
              <a:defRPr sz="900" b="0">
                <a:solidFill>
                  <a:srgbClr val="59656E"/>
                </a:solidFill>
              </a:defRPr>
            </a:lvl3pPr>
            <a:lvl4pPr>
              <a:defRPr sz="900" b="0">
                <a:solidFill>
                  <a:srgbClr val="59656E"/>
                </a:solidFill>
              </a:defRPr>
            </a:lvl4pPr>
            <a:lvl5pPr>
              <a:defRPr sz="900" b="0">
                <a:solidFill>
                  <a:srgbClr val="59656E"/>
                </a:solidFill>
              </a:defRPr>
            </a:lvl5pPr>
            <a:lvl6pPr>
              <a:defRPr sz="900" b="0">
                <a:solidFill>
                  <a:srgbClr val="59656E"/>
                </a:solidFill>
              </a:defRPr>
            </a:lvl6pPr>
            <a:lvl7pPr>
              <a:defRPr sz="900" b="0">
                <a:solidFill>
                  <a:srgbClr val="59656E"/>
                </a:solidFill>
              </a:defRPr>
            </a:lvl7pPr>
            <a:lvl8pPr>
              <a:defRPr sz="900" b="0">
                <a:solidFill>
                  <a:srgbClr val="59656E"/>
                </a:solidFill>
              </a:defRPr>
            </a:lvl8pPr>
            <a:lvl9pPr>
              <a:defRPr sz="900" b="0">
                <a:solidFill>
                  <a:srgbClr val="59656E"/>
                </a:solidFill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59656E"/>
                </a:solidFill>
              </a:defRPr>
            </a:pPr>
            <a:r>
              <a:rPr sz="900" b="0">
                <a:solidFill>
                  <a:srgbClr val="59656E"/>
                </a:solidFill>
              </a:rPr>
              <a:t>鎖頭銀行 M365 COPILOT 黑客松  •  2026.10  |  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CA4341-2FFA-4F00-9D13-72369555B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365A69"/>
                </a:solidFill>
              </a:defRPr>
            </a:defPPr>
            <a:lvl1pPr>
              <a:defRPr sz="1725" b="1">
                <a:solidFill>
                  <a:srgbClr val="365A69"/>
                </a:solidFill>
              </a:defRPr>
            </a:lvl1pPr>
            <a:lvl2pPr>
              <a:defRPr sz="1725" b="1">
                <a:solidFill>
                  <a:srgbClr val="365A69"/>
                </a:solidFill>
              </a:defRPr>
            </a:lvl2pPr>
            <a:lvl3pPr>
              <a:defRPr sz="1725" b="1">
                <a:solidFill>
                  <a:srgbClr val="365A69"/>
                </a:solidFill>
              </a:defRPr>
            </a:lvl3pPr>
            <a:lvl4pPr>
              <a:defRPr sz="1725" b="1">
                <a:solidFill>
                  <a:srgbClr val="365A69"/>
                </a:solidFill>
              </a:defRPr>
            </a:lvl4pPr>
            <a:lvl5pPr>
              <a:defRPr sz="1725" b="1">
                <a:solidFill>
                  <a:srgbClr val="365A69"/>
                </a:solidFill>
              </a:defRPr>
            </a:lvl5pPr>
            <a:lvl6pPr>
              <a:defRPr sz="1725" b="1">
                <a:solidFill>
                  <a:srgbClr val="365A69"/>
                </a:solidFill>
              </a:defRPr>
            </a:lvl6pPr>
            <a:lvl7pPr>
              <a:defRPr sz="1725" b="1">
                <a:solidFill>
                  <a:srgbClr val="365A69"/>
                </a:solidFill>
              </a:defRPr>
            </a:lvl7pPr>
            <a:lvl8pPr>
              <a:defRPr sz="1725" b="1">
                <a:solidFill>
                  <a:srgbClr val="365A69"/>
                </a:solidFill>
              </a:defRPr>
            </a:lvl8pPr>
            <a:lvl9pPr>
              <a:defRPr sz="1725" b="1">
                <a:solidFill>
                  <a:srgbClr val="365A69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65A69"/>
                </a:solidFill>
              </a:defRPr>
            </a:pPr>
            <a:r>
              <a:rPr sz="1725" b="1">
                <a:solidFill>
                  <a:srgbClr val="365A69"/>
                </a:solidFill>
              </a:rPr>
              <a:t>資料與責任分區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01159A-428E-4A27-938A-2B0802582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62200"/>
            <a:ext cx="3143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B7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DCB7BA-E3E3-4AA1-8B21-0B01CB2BA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00325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使用者瀏覽器本機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49390A-309D-4C7B-8E06-968D440C3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86100"/>
            <a:ext cx="314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25323C"/>
                </a:solidFill>
              </a:defRPr>
            </a:defPPr>
            <a:lvl1pPr>
              <a:defRPr sz="1500" b="0">
                <a:solidFill>
                  <a:srgbClr val="25323C"/>
                </a:solidFill>
              </a:defRPr>
            </a:lvl1pPr>
            <a:lvl2pPr>
              <a:defRPr sz="1500" b="0">
                <a:solidFill>
                  <a:srgbClr val="25323C"/>
                </a:solidFill>
              </a:defRPr>
            </a:lvl2pPr>
            <a:lvl3pPr>
              <a:defRPr sz="1500" b="0">
                <a:solidFill>
                  <a:srgbClr val="25323C"/>
                </a:solidFill>
              </a:defRPr>
            </a:lvl3pPr>
            <a:lvl4pPr>
              <a:defRPr sz="1500" b="0">
                <a:solidFill>
                  <a:srgbClr val="25323C"/>
                </a:solidFill>
              </a:defRPr>
            </a:lvl4pPr>
            <a:lvl5pPr>
              <a:defRPr sz="1500" b="0">
                <a:solidFill>
                  <a:srgbClr val="25323C"/>
                </a:solidFill>
              </a:defRPr>
            </a:lvl5pPr>
            <a:lvl6pPr>
              <a:defRPr sz="1500" b="0">
                <a:solidFill>
                  <a:srgbClr val="25323C"/>
                </a:solidFill>
              </a:defRPr>
            </a:lvl6pPr>
            <a:lvl7pPr>
              <a:defRPr sz="1500" b="0">
                <a:solidFill>
                  <a:srgbClr val="25323C"/>
                </a:solidFill>
              </a:defRPr>
            </a:lvl7pPr>
            <a:lvl8pPr>
              <a:defRPr sz="1500" b="0">
                <a:solidFill>
                  <a:srgbClr val="25323C"/>
                </a:solidFill>
              </a:defRPr>
            </a:lvl8pPr>
            <a:lvl9pPr>
              <a:defRPr sz="1500" b="0">
                <a:solidFill>
                  <a:srgbClr val="25323C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SQL Compare</a:t>
            </a:r>
          </a:p>
          <a:p xmlns:a="http://schemas.openxmlformats.org/drawingml/2006/main"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欄位血緣分析</a:t>
            </a:r>
          </a:p>
          <a:p xmlns:a="http://schemas.openxmlformats.org/drawingml/2006/main"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摘要預覽與匯出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原始 SQL 不上傳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979AC6-339F-4ABE-A632-25470241D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362200"/>
            <a:ext cx="3143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B7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85F9CC-2007-408A-9D74-DBBA1B6CF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00325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使用者明確交接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421E23-4806-45FF-BD63-6B1723760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86100"/>
            <a:ext cx="314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25323C"/>
                </a:solidFill>
              </a:defRPr>
            </a:defPPr>
            <a:lvl1pPr>
              <a:defRPr sz="1500" b="0">
                <a:solidFill>
                  <a:srgbClr val="25323C"/>
                </a:solidFill>
              </a:defRPr>
            </a:lvl1pPr>
            <a:lvl2pPr>
              <a:defRPr sz="1500" b="0">
                <a:solidFill>
                  <a:srgbClr val="25323C"/>
                </a:solidFill>
              </a:defRPr>
            </a:lvl2pPr>
            <a:lvl3pPr>
              <a:defRPr sz="1500" b="0">
                <a:solidFill>
                  <a:srgbClr val="25323C"/>
                </a:solidFill>
              </a:defRPr>
            </a:lvl3pPr>
            <a:lvl4pPr>
              <a:defRPr sz="1500" b="0">
                <a:solidFill>
                  <a:srgbClr val="25323C"/>
                </a:solidFill>
              </a:defRPr>
            </a:lvl4pPr>
            <a:lvl5pPr>
              <a:defRPr sz="1500" b="0">
                <a:solidFill>
                  <a:srgbClr val="25323C"/>
                </a:solidFill>
              </a:defRPr>
            </a:lvl5pPr>
            <a:lvl6pPr>
              <a:defRPr sz="1500" b="0">
                <a:solidFill>
                  <a:srgbClr val="25323C"/>
                </a:solidFill>
              </a:defRPr>
            </a:lvl6pPr>
            <a:lvl7pPr>
              <a:defRPr sz="1500" b="0">
                <a:solidFill>
                  <a:srgbClr val="25323C"/>
                </a:solidFill>
              </a:defRPr>
            </a:lvl7pPr>
            <a:lvl8pPr>
              <a:defRPr sz="1500" b="0">
                <a:solidFill>
                  <a:srgbClr val="25323C"/>
                </a:solidFill>
              </a:defRPr>
            </a:lvl8pPr>
            <a:lvl9pPr>
              <a:defRPr sz="1500" b="0">
                <a:solidFill>
                  <a:srgbClr val="25323C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檢查物件／欄位名稱</a:t>
            </a:r>
          </a:p>
          <a:p xmlns:a="http://schemas.openxmlformats.org/drawingml/2006/main"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確認內容可提供</a:t>
            </a:r>
          </a:p>
          <a:p xmlns:a="http://schemas.openxmlformats.org/drawingml/2006/main"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手動上傳 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敏感性不明即停止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AF4BDE-B89C-43BC-A50D-8D86A610E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362200"/>
            <a:ext cx="3143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A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296DAF-6E6F-4DEB-A67D-8BED73A0A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00325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M365 Copilot Chat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20DF46-8A03-4413-AF4A-3580838BC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86100"/>
            <a:ext cx="314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25323C"/>
                </a:solidFill>
              </a:defRPr>
            </a:defPPr>
            <a:lvl1pPr>
              <a:defRPr sz="1500" b="0">
                <a:solidFill>
                  <a:srgbClr val="25323C"/>
                </a:solidFill>
              </a:defRPr>
            </a:lvl1pPr>
            <a:lvl2pPr>
              <a:defRPr sz="1500" b="0">
                <a:solidFill>
                  <a:srgbClr val="25323C"/>
                </a:solidFill>
              </a:defRPr>
            </a:lvl2pPr>
            <a:lvl3pPr>
              <a:defRPr sz="1500" b="0">
                <a:solidFill>
                  <a:srgbClr val="25323C"/>
                </a:solidFill>
              </a:defRPr>
            </a:lvl3pPr>
            <a:lvl4pPr>
              <a:defRPr sz="1500" b="0">
                <a:solidFill>
                  <a:srgbClr val="25323C"/>
                </a:solidFill>
              </a:defRPr>
            </a:lvl4pPr>
            <a:lvl5pPr>
              <a:defRPr sz="1500" b="0">
                <a:solidFill>
                  <a:srgbClr val="25323C"/>
                </a:solidFill>
              </a:defRPr>
            </a:lvl5pPr>
            <a:lvl6pPr>
              <a:defRPr sz="1500" b="0">
                <a:solidFill>
                  <a:srgbClr val="25323C"/>
                </a:solidFill>
              </a:defRPr>
            </a:lvl6pPr>
            <a:lvl7pPr>
              <a:defRPr sz="1500" b="0">
                <a:solidFill>
                  <a:srgbClr val="25323C"/>
                </a:solidFill>
              </a:defRPr>
            </a:lvl7pPr>
            <a:lvl8pPr>
              <a:defRPr sz="1500" b="0">
                <a:solidFill>
                  <a:srgbClr val="25323C"/>
                </a:solidFill>
              </a:defRPr>
            </a:lvl8pPr>
            <a:lvl9pPr>
              <a:defRPr sz="1500" b="0">
                <a:solidFill>
                  <a:srgbClr val="25323C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依固定提示整理</a:t>
            </a:r>
          </a:p>
          <a:p xmlns:a="http://schemas.openxmlformats.org/drawingml/2006/main"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保留 JSON evidence</a:t>
            </a:r>
          </a:p>
          <a:p xmlns:a="http://schemas.openxmlformats.org/drawingml/2006/main"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列出警告與限制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風險管理覆核者回查並覆核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8D9514-65A6-4D53-9E0B-E225D5100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200400"/>
            <a:ext cx="438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365A69"/>
                </a:solidFill>
              </a:defRPr>
            </a:defPPr>
            <a:lvl1pPr>
              <a:defRPr sz="2100" b="1">
                <a:solidFill>
                  <a:srgbClr val="365A69"/>
                </a:solidFill>
              </a:defRPr>
            </a:lvl1pPr>
            <a:lvl2pPr>
              <a:defRPr sz="2100" b="1">
                <a:solidFill>
                  <a:srgbClr val="365A69"/>
                </a:solidFill>
              </a:defRPr>
            </a:lvl2pPr>
            <a:lvl3pPr>
              <a:defRPr sz="2100" b="1">
                <a:solidFill>
                  <a:srgbClr val="365A69"/>
                </a:solidFill>
              </a:defRPr>
            </a:lvl3pPr>
            <a:lvl4pPr>
              <a:defRPr sz="2100" b="1">
                <a:solidFill>
                  <a:srgbClr val="365A69"/>
                </a:solidFill>
              </a:defRPr>
            </a:lvl4pPr>
            <a:lvl5pPr>
              <a:defRPr sz="2100" b="1">
                <a:solidFill>
                  <a:srgbClr val="365A69"/>
                </a:solidFill>
              </a:defRPr>
            </a:lvl5pPr>
            <a:lvl6pPr>
              <a:defRPr sz="2100" b="1">
                <a:solidFill>
                  <a:srgbClr val="365A69"/>
                </a:solidFill>
              </a:defRPr>
            </a:lvl6pPr>
            <a:lvl7pPr>
              <a:defRPr sz="2100" b="1">
                <a:solidFill>
                  <a:srgbClr val="365A69"/>
                </a:solidFill>
              </a:defRPr>
            </a:lvl7pPr>
            <a:lvl8pPr>
              <a:defRPr sz="2100" b="1">
                <a:solidFill>
                  <a:srgbClr val="365A69"/>
                </a:solidFill>
              </a:defRPr>
            </a:lvl8pPr>
            <a:lvl9pPr>
              <a:defRPr sz="2100" b="1">
                <a:solidFill>
                  <a:srgbClr val="365A69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365A69"/>
                </a:solidFill>
              </a:defRPr>
            </a:pPr>
            <a:r>
              <a:rPr sz="2100" b="1">
                <a:solidFill>
                  <a:srgbClr val="365A69"/>
                </a:solidFill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DFF8B4-CDE5-4560-AF6F-5E633B28D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200400"/>
            <a:ext cx="438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365A69"/>
                </a:solidFill>
              </a:defRPr>
            </a:defPPr>
            <a:lvl1pPr>
              <a:defRPr sz="2100" b="1">
                <a:solidFill>
                  <a:srgbClr val="365A69"/>
                </a:solidFill>
              </a:defRPr>
            </a:lvl1pPr>
            <a:lvl2pPr>
              <a:defRPr sz="2100" b="1">
                <a:solidFill>
                  <a:srgbClr val="365A69"/>
                </a:solidFill>
              </a:defRPr>
            </a:lvl2pPr>
            <a:lvl3pPr>
              <a:defRPr sz="2100" b="1">
                <a:solidFill>
                  <a:srgbClr val="365A69"/>
                </a:solidFill>
              </a:defRPr>
            </a:lvl3pPr>
            <a:lvl4pPr>
              <a:defRPr sz="2100" b="1">
                <a:solidFill>
                  <a:srgbClr val="365A69"/>
                </a:solidFill>
              </a:defRPr>
            </a:lvl4pPr>
            <a:lvl5pPr>
              <a:defRPr sz="2100" b="1">
                <a:solidFill>
                  <a:srgbClr val="365A69"/>
                </a:solidFill>
              </a:defRPr>
            </a:lvl5pPr>
            <a:lvl6pPr>
              <a:defRPr sz="2100" b="1">
                <a:solidFill>
                  <a:srgbClr val="365A69"/>
                </a:solidFill>
              </a:defRPr>
            </a:lvl6pPr>
            <a:lvl7pPr>
              <a:defRPr sz="2100" b="1">
                <a:solidFill>
                  <a:srgbClr val="365A69"/>
                </a:solidFill>
              </a:defRPr>
            </a:lvl7pPr>
            <a:lvl8pPr>
              <a:defRPr sz="2100" b="1">
                <a:solidFill>
                  <a:srgbClr val="365A69"/>
                </a:solidFill>
              </a:defRPr>
            </a:lvl8pPr>
            <a:lvl9pPr>
              <a:defRPr sz="2100" b="1">
                <a:solidFill>
                  <a:srgbClr val="365A69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365A69"/>
                </a:solidFill>
              </a:defRPr>
            </a:pPr>
            <a:r>
              <a:rPr sz="2100" b="1">
                <a:solidFill>
                  <a:srgbClr val="365A69"/>
                </a:solidFill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3EF08F-EDB1-4E0B-A62F-2524B96BD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57800"/>
            <a:ext cx="10725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D416E4-FCDD-40CE-B79E-69B639301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054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C65D3B"/>
                </a:solidFill>
              </a:defRPr>
            </a:defPPr>
            <a:lvl1pPr>
              <a:defRPr sz="1350" b="1">
                <a:solidFill>
                  <a:srgbClr val="C65D3B"/>
                </a:solidFill>
              </a:defRPr>
            </a:lvl1pPr>
            <a:lvl2pPr>
              <a:defRPr sz="1350" b="1">
                <a:solidFill>
                  <a:srgbClr val="C65D3B"/>
                </a:solidFill>
              </a:defRPr>
            </a:lvl2pPr>
            <a:lvl3pPr>
              <a:defRPr sz="1350" b="1">
                <a:solidFill>
                  <a:srgbClr val="C65D3B"/>
                </a:solidFill>
              </a:defRPr>
            </a:lvl3pPr>
            <a:lvl4pPr>
              <a:defRPr sz="1350" b="1">
                <a:solidFill>
                  <a:srgbClr val="C65D3B"/>
                </a:solidFill>
              </a:defRPr>
            </a:lvl4pPr>
            <a:lvl5pPr>
              <a:defRPr sz="1350" b="1">
                <a:solidFill>
                  <a:srgbClr val="C65D3B"/>
                </a:solidFill>
              </a:defRPr>
            </a:lvl5pPr>
            <a:lvl6pPr>
              <a:defRPr sz="1350" b="1">
                <a:solidFill>
                  <a:srgbClr val="C65D3B"/>
                </a:solidFill>
              </a:defRPr>
            </a:lvl6pPr>
            <a:lvl7pPr>
              <a:defRPr sz="1350" b="1">
                <a:solidFill>
                  <a:srgbClr val="C65D3B"/>
                </a:solidFill>
              </a:defRPr>
            </a:lvl7pPr>
            <a:lvl8pPr>
              <a:defRPr sz="1350" b="1">
                <a:solidFill>
                  <a:srgbClr val="C65D3B"/>
                </a:solidFill>
              </a:defRPr>
            </a:lvl8pPr>
            <a:lvl9pPr>
              <a:defRPr sz="1350" b="1">
                <a:solidFill>
                  <a:srgbClr val="C65D3B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C65D3B"/>
                </a:solidFill>
              </a:defRPr>
            </a:pPr>
            <a:r>
              <a:rPr sz="1350" b="1">
                <a:solidFill>
                  <a:srgbClr val="C65D3B"/>
                </a:solidFill>
              </a:rPr>
              <a:t>原型不連銀行資料庫、不執行 SQL、不修改腳本、不批准或部署變更。正式使用須先取得銀行政策與 M365 管理核准。</a:t>
            </a:r>
          </a:p>
        </p:txBody>
      </p:sp>
    </p:spTree>
    <p:extLst>
      <p:ext uri="{BB962C8B-B14F-4D97-AF65-F5344CB8AC3E}">
        <p14:creationId xmlns:p14="http://schemas.microsoft.com/office/powerpoint/2010/main" val="26299749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6688A2-1258-47E7-A1DF-70A54AA15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202A33"/>
                </a:solidFill>
              </a:defRPr>
            </a:defPPr>
            <a:lvl1pPr>
              <a:defRPr sz="1125" b="1">
                <a:solidFill>
                  <a:srgbClr val="202A33"/>
                </a:solidFill>
              </a:defRPr>
            </a:lvl1pPr>
            <a:lvl2pPr>
              <a:defRPr sz="1125" b="1">
                <a:solidFill>
                  <a:srgbClr val="202A33"/>
                </a:solidFill>
              </a:defRPr>
            </a:lvl2pPr>
            <a:lvl3pPr>
              <a:defRPr sz="1125" b="1">
                <a:solidFill>
                  <a:srgbClr val="202A33"/>
                </a:solidFill>
              </a:defRPr>
            </a:lvl3pPr>
            <a:lvl4pPr>
              <a:defRPr sz="1125" b="1">
                <a:solidFill>
                  <a:srgbClr val="202A33"/>
                </a:solidFill>
              </a:defRPr>
            </a:lvl4pPr>
            <a:lvl5pPr>
              <a:defRPr sz="1125" b="1">
                <a:solidFill>
                  <a:srgbClr val="202A33"/>
                </a:solidFill>
              </a:defRPr>
            </a:lvl5pPr>
            <a:lvl6pPr>
              <a:defRPr sz="1125" b="1">
                <a:solidFill>
                  <a:srgbClr val="202A33"/>
                </a:solidFill>
              </a:defRPr>
            </a:lvl6pPr>
            <a:lvl7pPr>
              <a:defRPr sz="1125" b="1">
                <a:solidFill>
                  <a:srgbClr val="202A33"/>
                </a:solidFill>
              </a:defRPr>
            </a:lvl7pPr>
            <a:lvl8pPr>
              <a:defRPr sz="1125" b="1">
                <a:solidFill>
                  <a:srgbClr val="202A33"/>
                </a:solidFill>
              </a:defRPr>
            </a:lvl8pPr>
            <a:lvl9pPr>
              <a:defRPr sz="1125" b="1">
                <a:solidFill>
                  <a:srgbClr val="202A33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202A33"/>
                </a:solidFill>
              </a:defRPr>
            </a:pPr>
            <a:r>
              <a:rPr sz="1125" b="1">
                <a:solidFill>
                  <a:srgbClr val="202A33"/>
                </a:solidFill>
              </a:rPr>
              <a:t>SQL SPA TOOLS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840DC6-270D-4760-881B-C650B4442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11087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202A33"/>
                </a:solidFill>
              </a:defRPr>
            </a:defPPr>
            <a:lvl1pPr>
              <a:defRPr sz="2850" b="1">
                <a:solidFill>
                  <a:srgbClr val="202A33"/>
                </a:solidFill>
              </a:defRPr>
            </a:lvl1pPr>
            <a:lvl2pPr>
              <a:defRPr sz="2850" b="1">
                <a:solidFill>
                  <a:srgbClr val="202A33"/>
                </a:solidFill>
              </a:defRPr>
            </a:lvl2pPr>
            <a:lvl3pPr>
              <a:defRPr sz="2850" b="1">
                <a:solidFill>
                  <a:srgbClr val="202A33"/>
                </a:solidFill>
              </a:defRPr>
            </a:lvl3pPr>
            <a:lvl4pPr>
              <a:defRPr sz="2850" b="1">
                <a:solidFill>
                  <a:srgbClr val="202A33"/>
                </a:solidFill>
              </a:defRPr>
            </a:lvl4pPr>
            <a:lvl5pPr>
              <a:defRPr sz="2850" b="1">
                <a:solidFill>
                  <a:srgbClr val="202A33"/>
                </a:solidFill>
              </a:defRPr>
            </a:lvl5pPr>
            <a:lvl6pPr>
              <a:defRPr sz="2850" b="1">
                <a:solidFill>
                  <a:srgbClr val="202A33"/>
                </a:solidFill>
              </a:defRPr>
            </a:lvl6pPr>
            <a:lvl7pPr>
              <a:defRPr sz="2850" b="1">
                <a:solidFill>
                  <a:srgbClr val="202A33"/>
                </a:solidFill>
              </a:defRPr>
            </a:lvl7pPr>
            <a:lvl8pPr>
              <a:defRPr sz="2850" b="1">
                <a:solidFill>
                  <a:srgbClr val="202A33"/>
                </a:solidFill>
              </a:defRPr>
            </a:lvl8pPr>
            <a:lvl9pPr>
              <a:defRPr sz="2850" b="1">
                <a:solidFill>
                  <a:srgbClr val="202A33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202A33"/>
                </a:solidFill>
              </a:defRPr>
            </a:pPr>
            <a:r>
              <a:rPr sz="2850" b="1">
                <a:solidFill>
                  <a:srgbClr val="202A33"/>
                </a:solidFill>
              </a:rPr>
              <a:t>效率改善以配對試次計算，現階段不預設節省率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24CB50-4DCA-44F1-B363-DDAA6DCBC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23975"/>
            <a:ext cx="11087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B7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67E999-BBD8-4EF8-9AA1-97F082CA5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108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59656E"/>
                </a:solidFill>
              </a:defRPr>
            </a:defPPr>
            <a:lvl1pPr>
              <a:defRPr sz="900" b="0">
                <a:solidFill>
                  <a:srgbClr val="59656E"/>
                </a:solidFill>
              </a:defRPr>
            </a:lvl1pPr>
            <a:lvl2pPr>
              <a:defRPr sz="900" b="0">
                <a:solidFill>
                  <a:srgbClr val="59656E"/>
                </a:solidFill>
              </a:defRPr>
            </a:lvl2pPr>
            <a:lvl3pPr>
              <a:defRPr sz="900" b="0">
                <a:solidFill>
                  <a:srgbClr val="59656E"/>
                </a:solidFill>
              </a:defRPr>
            </a:lvl3pPr>
            <a:lvl4pPr>
              <a:defRPr sz="900" b="0">
                <a:solidFill>
                  <a:srgbClr val="59656E"/>
                </a:solidFill>
              </a:defRPr>
            </a:lvl4pPr>
            <a:lvl5pPr>
              <a:defRPr sz="900" b="0">
                <a:solidFill>
                  <a:srgbClr val="59656E"/>
                </a:solidFill>
              </a:defRPr>
            </a:lvl5pPr>
            <a:lvl6pPr>
              <a:defRPr sz="900" b="0">
                <a:solidFill>
                  <a:srgbClr val="59656E"/>
                </a:solidFill>
              </a:defRPr>
            </a:lvl6pPr>
            <a:lvl7pPr>
              <a:defRPr sz="900" b="0">
                <a:solidFill>
                  <a:srgbClr val="59656E"/>
                </a:solidFill>
              </a:defRPr>
            </a:lvl7pPr>
            <a:lvl8pPr>
              <a:defRPr sz="900" b="0">
                <a:solidFill>
                  <a:srgbClr val="59656E"/>
                </a:solidFill>
              </a:defRPr>
            </a:lvl8pPr>
            <a:lvl9pPr>
              <a:defRPr sz="900" b="0">
                <a:solidFill>
                  <a:srgbClr val="59656E"/>
                </a:solidFill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59656E"/>
                </a:solidFill>
              </a:defRPr>
            </a:pPr>
            <a:r>
              <a:rPr sz="900" b="0">
                <a:solidFill>
                  <a:srgbClr val="59656E"/>
                </a:solidFill>
              </a:rPr>
              <a:t>鎖頭銀行 M365 COPILOT 黑客松  •  2026.10  |  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132881-5312-4B9D-A4BD-54277E832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057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202A33"/>
                </a:solidFill>
              </a:defRPr>
            </a:defPPr>
            <a:lvl1pPr>
              <a:defRPr sz="1800" b="1">
                <a:solidFill>
                  <a:srgbClr val="202A33"/>
                </a:solidFill>
              </a:defRPr>
            </a:lvl1pPr>
            <a:lvl2pPr>
              <a:defRPr sz="1800" b="1">
                <a:solidFill>
                  <a:srgbClr val="202A33"/>
                </a:solidFill>
              </a:defRPr>
            </a:lvl2pPr>
            <a:lvl3pPr>
              <a:defRPr sz="1800" b="1">
                <a:solidFill>
                  <a:srgbClr val="202A33"/>
                </a:solidFill>
              </a:defRPr>
            </a:lvl3pPr>
            <a:lvl4pPr>
              <a:defRPr sz="1800" b="1">
                <a:solidFill>
                  <a:srgbClr val="202A33"/>
                </a:solidFill>
              </a:defRPr>
            </a:lvl4pPr>
            <a:lvl5pPr>
              <a:defRPr sz="1800" b="1">
                <a:solidFill>
                  <a:srgbClr val="202A33"/>
                </a:solidFill>
              </a:defRPr>
            </a:lvl5pPr>
            <a:lvl6pPr>
              <a:defRPr sz="1800" b="1">
                <a:solidFill>
                  <a:srgbClr val="202A33"/>
                </a:solidFill>
              </a:defRPr>
            </a:lvl6pPr>
            <a:lvl7pPr>
              <a:defRPr sz="1800" b="1">
                <a:solidFill>
                  <a:srgbClr val="202A33"/>
                </a:solidFill>
              </a:defRPr>
            </a:lvl7pPr>
            <a:lvl8pPr>
              <a:defRPr sz="1800" b="1">
                <a:solidFill>
                  <a:srgbClr val="202A33"/>
                </a:solidFill>
              </a:defRPr>
            </a:lvl8pPr>
            <a:lvl9pPr>
              <a:defRPr sz="1800" b="1">
                <a:solidFill>
                  <a:srgbClr val="202A33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202A33"/>
                </a:solidFill>
              </a:defRPr>
            </a:pPr>
            <a:r>
              <a:rPr sz="1800" b="1">
                <a:solidFill>
                  <a:srgbClr val="202A33"/>
                </a:solidFill>
              </a:rPr>
              <a:t>每項工作各記錄 3 組人工與 SPA 秒數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CE4738-1D56-48F4-B270-F48312FCB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00300"/>
            <a:ext cx="3524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59656E"/>
                </a:solidFill>
              </a:defRPr>
            </a:defPPr>
            <a:lvl1pPr>
              <a:defRPr sz="1350" b="1">
                <a:solidFill>
                  <a:srgbClr val="59656E"/>
                </a:solidFill>
              </a:defRPr>
            </a:lvl1pPr>
            <a:lvl2pPr>
              <a:defRPr sz="1350" b="1">
                <a:solidFill>
                  <a:srgbClr val="59656E"/>
                </a:solidFill>
              </a:defRPr>
            </a:lvl2pPr>
            <a:lvl3pPr>
              <a:defRPr sz="1350" b="1">
                <a:solidFill>
                  <a:srgbClr val="59656E"/>
                </a:solidFill>
              </a:defRPr>
            </a:lvl3pPr>
            <a:lvl4pPr>
              <a:defRPr sz="1350" b="1">
                <a:solidFill>
                  <a:srgbClr val="59656E"/>
                </a:solidFill>
              </a:defRPr>
            </a:lvl4pPr>
            <a:lvl5pPr>
              <a:defRPr sz="1350" b="1">
                <a:solidFill>
                  <a:srgbClr val="59656E"/>
                </a:solidFill>
              </a:defRPr>
            </a:lvl5pPr>
            <a:lvl6pPr>
              <a:defRPr sz="1350" b="1">
                <a:solidFill>
                  <a:srgbClr val="59656E"/>
                </a:solidFill>
              </a:defRPr>
            </a:lvl6pPr>
            <a:lvl7pPr>
              <a:defRPr sz="1350" b="1">
                <a:solidFill>
                  <a:srgbClr val="59656E"/>
                </a:solidFill>
              </a:defRPr>
            </a:lvl7pPr>
            <a:lvl8pPr>
              <a:defRPr sz="1350" b="1">
                <a:solidFill>
                  <a:srgbClr val="59656E"/>
                </a:solidFill>
              </a:defRPr>
            </a:lvl8pPr>
            <a:lvl9pPr>
              <a:defRPr sz="1350" b="1">
                <a:solidFill>
                  <a:srgbClr val="59656E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59656E"/>
                </a:solidFill>
              </a:defRPr>
            </a:pPr>
            <a:r>
              <a:rPr sz="1350" b="1">
                <a:solidFill>
                  <a:srgbClr val="59656E"/>
                </a:solidFill>
              </a:rPr>
              <a:t>人工平均秒數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8679A5-E97A-43CC-B294-15684B247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400300"/>
            <a:ext cx="3524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59656E"/>
                </a:solidFill>
              </a:defRPr>
            </a:defPPr>
            <a:lvl1pPr>
              <a:defRPr sz="1350" b="1">
                <a:solidFill>
                  <a:srgbClr val="59656E"/>
                </a:solidFill>
              </a:defRPr>
            </a:lvl1pPr>
            <a:lvl2pPr>
              <a:defRPr sz="1350" b="1">
                <a:solidFill>
                  <a:srgbClr val="59656E"/>
                </a:solidFill>
              </a:defRPr>
            </a:lvl2pPr>
            <a:lvl3pPr>
              <a:defRPr sz="1350" b="1">
                <a:solidFill>
                  <a:srgbClr val="59656E"/>
                </a:solidFill>
              </a:defRPr>
            </a:lvl3pPr>
            <a:lvl4pPr>
              <a:defRPr sz="1350" b="1">
                <a:solidFill>
                  <a:srgbClr val="59656E"/>
                </a:solidFill>
              </a:defRPr>
            </a:lvl4pPr>
            <a:lvl5pPr>
              <a:defRPr sz="1350" b="1">
                <a:solidFill>
                  <a:srgbClr val="59656E"/>
                </a:solidFill>
              </a:defRPr>
            </a:lvl5pPr>
            <a:lvl6pPr>
              <a:defRPr sz="1350" b="1">
                <a:solidFill>
                  <a:srgbClr val="59656E"/>
                </a:solidFill>
              </a:defRPr>
            </a:lvl6pPr>
            <a:lvl7pPr>
              <a:defRPr sz="1350" b="1">
                <a:solidFill>
                  <a:srgbClr val="59656E"/>
                </a:solidFill>
              </a:defRPr>
            </a:lvl7pPr>
            <a:lvl8pPr>
              <a:defRPr sz="1350" b="1">
                <a:solidFill>
                  <a:srgbClr val="59656E"/>
                </a:solidFill>
              </a:defRPr>
            </a:lvl8pPr>
            <a:lvl9pPr>
              <a:defRPr sz="1350" b="1">
                <a:solidFill>
                  <a:srgbClr val="59656E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59656E"/>
                </a:solidFill>
              </a:defRPr>
            </a:pPr>
            <a:r>
              <a:rPr sz="1350" b="1">
                <a:solidFill>
                  <a:srgbClr val="59656E"/>
                </a:solidFill>
              </a:rPr>
              <a:t>原型平均秒數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1955A8-D31D-44F0-A45D-B529F2C35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4003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59656E"/>
                </a:solidFill>
              </a:defRPr>
            </a:defPPr>
            <a:lvl1pPr>
              <a:defRPr sz="1350" b="1">
                <a:solidFill>
                  <a:srgbClr val="59656E"/>
                </a:solidFill>
              </a:defRPr>
            </a:lvl1pPr>
            <a:lvl2pPr>
              <a:defRPr sz="1350" b="1">
                <a:solidFill>
                  <a:srgbClr val="59656E"/>
                </a:solidFill>
              </a:defRPr>
            </a:lvl2pPr>
            <a:lvl3pPr>
              <a:defRPr sz="1350" b="1">
                <a:solidFill>
                  <a:srgbClr val="59656E"/>
                </a:solidFill>
              </a:defRPr>
            </a:lvl3pPr>
            <a:lvl4pPr>
              <a:defRPr sz="1350" b="1">
                <a:solidFill>
                  <a:srgbClr val="59656E"/>
                </a:solidFill>
              </a:defRPr>
            </a:lvl4pPr>
            <a:lvl5pPr>
              <a:defRPr sz="1350" b="1">
                <a:solidFill>
                  <a:srgbClr val="59656E"/>
                </a:solidFill>
              </a:defRPr>
            </a:lvl5pPr>
            <a:lvl6pPr>
              <a:defRPr sz="1350" b="1">
                <a:solidFill>
                  <a:srgbClr val="59656E"/>
                </a:solidFill>
              </a:defRPr>
            </a:lvl6pPr>
            <a:lvl7pPr>
              <a:defRPr sz="1350" b="1">
                <a:solidFill>
                  <a:srgbClr val="59656E"/>
                </a:solidFill>
              </a:defRPr>
            </a:lvl7pPr>
            <a:lvl8pPr>
              <a:defRPr sz="1350" b="1">
                <a:solidFill>
                  <a:srgbClr val="59656E"/>
                </a:solidFill>
              </a:defRPr>
            </a:lvl8pPr>
            <a:lvl9pPr>
              <a:defRPr sz="1350" b="1">
                <a:solidFill>
                  <a:srgbClr val="59656E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59656E"/>
                </a:solidFill>
              </a:defRPr>
            </a:pPr>
            <a:r>
              <a:rPr sz="1350" b="1">
                <a:solidFill>
                  <a:srgbClr val="59656E"/>
                </a:solidFill>
              </a:rPr>
              <a:t>改善率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AF95EF-2BC1-4FBA-B5F5-1AD27A686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24175"/>
            <a:ext cx="3143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6F70E0-20FD-4C9D-8438-BCAEA2977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743200"/>
            <a:ext cx="438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365A69"/>
                </a:solidFill>
              </a:defRPr>
            </a:defPPr>
            <a:lvl1pPr>
              <a:defRPr sz="2100" b="1">
                <a:solidFill>
                  <a:srgbClr val="365A69"/>
                </a:solidFill>
              </a:defRPr>
            </a:lvl1pPr>
            <a:lvl2pPr>
              <a:defRPr sz="2100" b="1">
                <a:solidFill>
                  <a:srgbClr val="365A69"/>
                </a:solidFill>
              </a:defRPr>
            </a:lvl2pPr>
            <a:lvl3pPr>
              <a:defRPr sz="2100" b="1">
                <a:solidFill>
                  <a:srgbClr val="365A69"/>
                </a:solidFill>
              </a:defRPr>
            </a:lvl3pPr>
            <a:lvl4pPr>
              <a:defRPr sz="2100" b="1">
                <a:solidFill>
                  <a:srgbClr val="365A69"/>
                </a:solidFill>
              </a:defRPr>
            </a:lvl4pPr>
            <a:lvl5pPr>
              <a:defRPr sz="2100" b="1">
                <a:solidFill>
                  <a:srgbClr val="365A69"/>
                </a:solidFill>
              </a:defRPr>
            </a:lvl5pPr>
            <a:lvl6pPr>
              <a:defRPr sz="2100" b="1">
                <a:solidFill>
                  <a:srgbClr val="365A69"/>
                </a:solidFill>
              </a:defRPr>
            </a:lvl6pPr>
            <a:lvl7pPr>
              <a:defRPr sz="2100" b="1">
                <a:solidFill>
                  <a:srgbClr val="365A69"/>
                </a:solidFill>
              </a:defRPr>
            </a:lvl7pPr>
            <a:lvl8pPr>
              <a:defRPr sz="2100" b="1">
                <a:solidFill>
                  <a:srgbClr val="365A69"/>
                </a:solidFill>
              </a:defRPr>
            </a:lvl8pPr>
            <a:lvl9pPr>
              <a:defRPr sz="2100" b="1">
                <a:solidFill>
                  <a:srgbClr val="365A69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365A69"/>
                </a:solidFill>
              </a:defRPr>
            </a:pPr>
            <a:r>
              <a:rPr sz="2100" b="1">
                <a:solidFill>
                  <a:srgbClr val="365A69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0E1280-E9B2-4109-AEFE-FD1D3DCD4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24175"/>
            <a:ext cx="2857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B7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458A46-3E8F-4AC7-856A-66CE74CDF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743200"/>
            <a:ext cx="438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365A69"/>
                </a:solidFill>
              </a:defRPr>
            </a:defPPr>
            <a:lvl1pPr>
              <a:defRPr sz="2100" b="1">
                <a:solidFill>
                  <a:srgbClr val="365A69"/>
                </a:solidFill>
              </a:defRPr>
            </a:lvl1pPr>
            <a:lvl2pPr>
              <a:defRPr sz="2100" b="1">
                <a:solidFill>
                  <a:srgbClr val="365A69"/>
                </a:solidFill>
              </a:defRPr>
            </a:lvl2pPr>
            <a:lvl3pPr>
              <a:defRPr sz="2100" b="1">
                <a:solidFill>
                  <a:srgbClr val="365A69"/>
                </a:solidFill>
              </a:defRPr>
            </a:lvl3pPr>
            <a:lvl4pPr>
              <a:defRPr sz="2100" b="1">
                <a:solidFill>
                  <a:srgbClr val="365A69"/>
                </a:solidFill>
              </a:defRPr>
            </a:lvl4pPr>
            <a:lvl5pPr>
              <a:defRPr sz="2100" b="1">
                <a:solidFill>
                  <a:srgbClr val="365A69"/>
                </a:solidFill>
              </a:defRPr>
            </a:lvl5pPr>
            <a:lvl6pPr>
              <a:defRPr sz="2100" b="1">
                <a:solidFill>
                  <a:srgbClr val="365A69"/>
                </a:solidFill>
              </a:defRPr>
            </a:lvl6pPr>
            <a:lvl7pPr>
              <a:defRPr sz="2100" b="1">
                <a:solidFill>
                  <a:srgbClr val="365A69"/>
                </a:solidFill>
              </a:defRPr>
            </a:lvl7pPr>
            <a:lvl8pPr>
              <a:defRPr sz="2100" b="1">
                <a:solidFill>
                  <a:srgbClr val="365A69"/>
                </a:solidFill>
              </a:defRPr>
            </a:lvl8pPr>
            <a:lvl9pPr>
              <a:defRPr sz="2100" b="1">
                <a:solidFill>
                  <a:srgbClr val="365A69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365A69"/>
                </a:solidFill>
              </a:defRPr>
            </a:pPr>
            <a:r>
              <a:rPr sz="2100" b="1">
                <a:solidFill>
                  <a:srgbClr val="365A69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2ACD71-F4C8-48FF-AEBA-AEF12EB67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781300"/>
            <a:ext cx="3095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365A69"/>
                </a:solidFill>
              </a:defRPr>
            </a:defPPr>
            <a:lvl1pPr>
              <a:defRPr sz="1350" b="1">
                <a:solidFill>
                  <a:srgbClr val="365A69"/>
                </a:solidFill>
              </a:defRPr>
            </a:lvl1pPr>
            <a:lvl2pPr>
              <a:defRPr sz="1350" b="1">
                <a:solidFill>
                  <a:srgbClr val="365A69"/>
                </a:solidFill>
              </a:defRPr>
            </a:lvl2pPr>
            <a:lvl3pPr>
              <a:defRPr sz="1350" b="1">
                <a:solidFill>
                  <a:srgbClr val="365A69"/>
                </a:solidFill>
              </a:defRPr>
            </a:lvl3pPr>
            <a:lvl4pPr>
              <a:defRPr sz="1350" b="1">
                <a:solidFill>
                  <a:srgbClr val="365A69"/>
                </a:solidFill>
              </a:defRPr>
            </a:lvl4pPr>
            <a:lvl5pPr>
              <a:defRPr sz="1350" b="1">
                <a:solidFill>
                  <a:srgbClr val="365A69"/>
                </a:solidFill>
              </a:defRPr>
            </a:lvl5pPr>
            <a:lvl6pPr>
              <a:defRPr sz="1350" b="1">
                <a:solidFill>
                  <a:srgbClr val="365A69"/>
                </a:solidFill>
              </a:defRPr>
            </a:lvl6pPr>
            <a:lvl7pPr>
              <a:defRPr sz="1350" b="1">
                <a:solidFill>
                  <a:srgbClr val="365A69"/>
                </a:solidFill>
              </a:defRPr>
            </a:lvl7pPr>
            <a:lvl8pPr>
              <a:defRPr sz="1350" b="1">
                <a:solidFill>
                  <a:srgbClr val="365A69"/>
                </a:solidFill>
              </a:defRPr>
            </a:lvl8pPr>
            <a:lvl9pPr>
              <a:defRPr sz="1350" b="1">
                <a:solidFill>
                  <a:srgbClr val="365A69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365A69"/>
                </a:solidFill>
              </a:defRPr>
            </a:pPr>
            <a:r>
              <a:rPr sz="1350" b="1">
                <a:solidFill>
                  <a:srgbClr val="365A69"/>
                </a:solidFill>
              </a:rPr>
              <a:t>(人工 − SPA) ÷ 人工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808235-7ADA-4135-AB75-066E13625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718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365A69"/>
                </a:solidFill>
              </a:defRPr>
            </a:defPPr>
            <a:lvl1pPr>
              <a:defRPr sz="1650" b="1">
                <a:solidFill>
                  <a:srgbClr val="365A69"/>
                </a:solidFill>
              </a:defRPr>
            </a:lvl1pPr>
            <a:lvl2pPr>
              <a:defRPr sz="1650" b="1">
                <a:solidFill>
                  <a:srgbClr val="365A69"/>
                </a:solidFill>
              </a:defRPr>
            </a:lvl2pPr>
            <a:lvl3pPr>
              <a:defRPr sz="1650" b="1">
                <a:solidFill>
                  <a:srgbClr val="365A69"/>
                </a:solidFill>
              </a:defRPr>
            </a:lvl3pPr>
            <a:lvl4pPr>
              <a:defRPr sz="1650" b="1">
                <a:solidFill>
                  <a:srgbClr val="365A69"/>
                </a:solidFill>
              </a:defRPr>
            </a:lvl4pPr>
            <a:lvl5pPr>
              <a:defRPr sz="1650" b="1">
                <a:solidFill>
                  <a:srgbClr val="365A69"/>
                </a:solidFill>
              </a:defRPr>
            </a:lvl5pPr>
            <a:lvl6pPr>
              <a:defRPr sz="1650" b="1">
                <a:solidFill>
                  <a:srgbClr val="365A69"/>
                </a:solidFill>
              </a:defRPr>
            </a:lvl6pPr>
            <a:lvl7pPr>
              <a:defRPr sz="1650" b="1">
                <a:solidFill>
                  <a:srgbClr val="365A69"/>
                </a:solidFill>
              </a:defRPr>
            </a:lvl7pPr>
            <a:lvl8pPr>
              <a:defRPr sz="1650" b="1">
                <a:solidFill>
                  <a:srgbClr val="365A69"/>
                </a:solidFill>
              </a:defRPr>
            </a:lvl8pPr>
            <a:lvl9pPr>
              <a:defRPr sz="1650" b="1">
                <a:solidFill>
                  <a:srgbClr val="365A69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365A69"/>
                </a:solidFill>
              </a:defRPr>
            </a:pPr>
            <a:r>
              <a:rPr sz="1650" b="1">
                <a:solidFill>
                  <a:srgbClr val="365A69"/>
                </a:solidFill>
              </a:rPr>
              <a:t>風險管理情境的五項工作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BB5D2F-635D-4090-ADC5-80E56FEF4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290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25323C"/>
                </a:solidFill>
              </a:defRPr>
            </a:defPPr>
            <a:lvl1pPr>
              <a:defRPr sz="1425" b="0">
                <a:solidFill>
                  <a:srgbClr val="25323C"/>
                </a:solidFill>
              </a:defRPr>
            </a:lvl1pPr>
            <a:lvl2pPr>
              <a:defRPr sz="1425" b="0">
                <a:solidFill>
                  <a:srgbClr val="25323C"/>
                </a:solidFill>
              </a:defRPr>
            </a:lvl2pPr>
            <a:lvl3pPr>
              <a:defRPr sz="1425" b="0">
                <a:solidFill>
                  <a:srgbClr val="25323C"/>
                </a:solidFill>
              </a:defRPr>
            </a:lvl3pPr>
            <a:lvl4pPr>
              <a:defRPr sz="1425" b="0">
                <a:solidFill>
                  <a:srgbClr val="25323C"/>
                </a:solidFill>
              </a:defRPr>
            </a:lvl4pPr>
            <a:lvl5pPr>
              <a:defRPr sz="1425" b="0">
                <a:solidFill>
                  <a:srgbClr val="25323C"/>
                </a:solidFill>
              </a:defRPr>
            </a:lvl5pPr>
            <a:lvl6pPr>
              <a:defRPr sz="1425" b="0">
                <a:solidFill>
                  <a:srgbClr val="25323C"/>
                </a:solidFill>
              </a:defRPr>
            </a:lvl6pPr>
            <a:lvl7pPr>
              <a:defRPr sz="1425" b="0">
                <a:solidFill>
                  <a:srgbClr val="25323C"/>
                </a:solidFill>
              </a:defRPr>
            </a:lvl7pPr>
            <a:lvl8pPr>
              <a:defRPr sz="1425" b="0">
                <a:solidFill>
                  <a:srgbClr val="25323C"/>
                </a:solidFill>
              </a:defRPr>
            </a:lvl8pPr>
            <a:lvl9pPr>
              <a:defRPr sz="1425" b="0">
                <a:solidFill>
                  <a:srgbClr val="25323C"/>
                </a:solidFill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25323C"/>
                </a:solidFill>
              </a:defRPr>
            </a:pPr>
            <a:r>
              <a:rPr sz="1425" b="0">
                <a:solidFill>
                  <a:srgbClr val="25323C"/>
                </a:solidFill>
              </a:rPr>
              <a:t>SQL 差異比對  •  欄位血緣追蹤  •  資料品質稽核  •  個資清除  •  SQL 清冊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426BA5-4B5E-43AB-9317-7EB2170CC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38700"/>
            <a:ext cx="10744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DCD038-A14C-4397-A1D1-FB2ED1029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91125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202A33"/>
                </a:solidFill>
              </a:defRPr>
            </a:defPPr>
            <a:lvl1pPr>
              <a:defRPr sz="1500" b="1">
                <a:solidFill>
                  <a:srgbClr val="202A33"/>
                </a:solidFill>
              </a:defRPr>
            </a:lvl1pPr>
            <a:lvl2pPr>
              <a:defRPr sz="1500" b="1">
                <a:solidFill>
                  <a:srgbClr val="202A33"/>
                </a:solidFill>
              </a:defRPr>
            </a:lvl2pPr>
            <a:lvl3pPr>
              <a:defRPr sz="1500" b="1">
                <a:solidFill>
                  <a:srgbClr val="202A33"/>
                </a:solidFill>
              </a:defRPr>
            </a:lvl3pPr>
            <a:lvl4pPr>
              <a:defRPr sz="1500" b="1">
                <a:solidFill>
                  <a:srgbClr val="202A33"/>
                </a:solidFill>
              </a:defRPr>
            </a:lvl4pPr>
            <a:lvl5pPr>
              <a:defRPr sz="1500" b="1">
                <a:solidFill>
                  <a:srgbClr val="202A33"/>
                </a:solidFill>
              </a:defRPr>
            </a:lvl5pPr>
            <a:lvl6pPr>
              <a:defRPr sz="1500" b="1">
                <a:solidFill>
                  <a:srgbClr val="202A33"/>
                </a:solidFill>
              </a:defRPr>
            </a:lvl6pPr>
            <a:lvl7pPr>
              <a:defRPr sz="1500" b="1">
                <a:solidFill>
                  <a:srgbClr val="202A33"/>
                </a:solidFill>
              </a:defRPr>
            </a:lvl7pPr>
            <a:lvl8pPr>
              <a:defRPr sz="1500" b="1">
                <a:solidFill>
                  <a:srgbClr val="202A33"/>
                </a:solidFill>
              </a:defRPr>
            </a:lvl8pPr>
            <a:lvl9pPr>
              <a:defRPr sz="1500" b="1">
                <a:solidFill>
                  <a:srgbClr val="202A33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202A33"/>
                </a:solidFill>
              </a:defRPr>
            </a:pPr>
            <a:r>
              <a:rPr sz="1500" b="1">
                <a:solidFill>
                  <a:srgbClr val="202A33"/>
                </a:solidFill>
              </a:rPr>
              <a:t>Excel 試算表提供每項 3 組配對輸入格與公式；未填實測數據前，成效欄保持空白。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D674CD-3AE3-4C75-B07D-28B42B468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56E"/>
                </a:solidFill>
              </a:defRPr>
            </a:defPPr>
            <a:lvl1pPr>
              <a:defRPr sz="1275" b="0">
                <a:solidFill>
                  <a:srgbClr val="59656E"/>
                </a:solidFill>
              </a:defRPr>
            </a:lvl1pPr>
            <a:lvl2pPr>
              <a:defRPr sz="1275" b="0">
                <a:solidFill>
                  <a:srgbClr val="59656E"/>
                </a:solidFill>
              </a:defRPr>
            </a:lvl2pPr>
            <a:lvl3pPr>
              <a:defRPr sz="1275" b="0">
                <a:solidFill>
                  <a:srgbClr val="59656E"/>
                </a:solidFill>
              </a:defRPr>
            </a:lvl3pPr>
            <a:lvl4pPr>
              <a:defRPr sz="1275" b="0">
                <a:solidFill>
                  <a:srgbClr val="59656E"/>
                </a:solidFill>
              </a:defRPr>
            </a:lvl4pPr>
            <a:lvl5pPr>
              <a:defRPr sz="1275" b="0">
                <a:solidFill>
                  <a:srgbClr val="59656E"/>
                </a:solidFill>
              </a:defRPr>
            </a:lvl5pPr>
            <a:lvl6pPr>
              <a:defRPr sz="1275" b="0">
                <a:solidFill>
                  <a:srgbClr val="59656E"/>
                </a:solidFill>
              </a:defRPr>
            </a:lvl6pPr>
            <a:lvl7pPr>
              <a:defRPr sz="1275" b="0">
                <a:solidFill>
                  <a:srgbClr val="59656E"/>
                </a:solidFill>
              </a:defRPr>
            </a:lvl7pPr>
            <a:lvl8pPr>
              <a:defRPr sz="1275" b="0">
                <a:solidFill>
                  <a:srgbClr val="59656E"/>
                </a:solidFill>
              </a:defRPr>
            </a:lvl8pPr>
            <a:lvl9pPr>
              <a:defRPr sz="1275" b="0">
                <a:solidFill>
                  <a:srgbClr val="59656E"/>
                </a:solidFill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56E"/>
                </a:solidFill>
              </a:defRPr>
            </a:pPr>
            <a:r>
              <a:rPr sz="1275" b="0">
                <a:solidFill>
                  <a:srgbClr val="59656E"/>
                </a:solidFill>
              </a:rPr>
              <a:t>同一案例、同一計時起訖；同列原始秒數、步驟數及案例限制。</a:t>
            </a:r>
          </a:p>
        </p:txBody>
      </p:sp>
    </p:spTree>
    <p:extLst>
      <p:ext uri="{BB962C8B-B14F-4D97-AF65-F5344CB8AC3E}">
        <p14:creationId xmlns:p14="http://schemas.microsoft.com/office/powerpoint/2010/main" val="144478915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38E165-033C-41B7-8AF8-7CF82DBA2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202A33"/>
                </a:solidFill>
              </a:defRPr>
            </a:defPPr>
            <a:lvl1pPr>
              <a:defRPr sz="1125" b="1">
                <a:solidFill>
                  <a:srgbClr val="202A33"/>
                </a:solidFill>
              </a:defRPr>
            </a:lvl1pPr>
            <a:lvl2pPr>
              <a:defRPr sz="1125" b="1">
                <a:solidFill>
                  <a:srgbClr val="202A33"/>
                </a:solidFill>
              </a:defRPr>
            </a:lvl2pPr>
            <a:lvl3pPr>
              <a:defRPr sz="1125" b="1">
                <a:solidFill>
                  <a:srgbClr val="202A33"/>
                </a:solidFill>
              </a:defRPr>
            </a:lvl3pPr>
            <a:lvl4pPr>
              <a:defRPr sz="1125" b="1">
                <a:solidFill>
                  <a:srgbClr val="202A33"/>
                </a:solidFill>
              </a:defRPr>
            </a:lvl4pPr>
            <a:lvl5pPr>
              <a:defRPr sz="1125" b="1">
                <a:solidFill>
                  <a:srgbClr val="202A33"/>
                </a:solidFill>
              </a:defRPr>
            </a:lvl5pPr>
            <a:lvl6pPr>
              <a:defRPr sz="1125" b="1">
                <a:solidFill>
                  <a:srgbClr val="202A33"/>
                </a:solidFill>
              </a:defRPr>
            </a:lvl6pPr>
            <a:lvl7pPr>
              <a:defRPr sz="1125" b="1">
                <a:solidFill>
                  <a:srgbClr val="202A33"/>
                </a:solidFill>
              </a:defRPr>
            </a:lvl7pPr>
            <a:lvl8pPr>
              <a:defRPr sz="1125" b="1">
                <a:solidFill>
                  <a:srgbClr val="202A33"/>
                </a:solidFill>
              </a:defRPr>
            </a:lvl8pPr>
            <a:lvl9pPr>
              <a:defRPr sz="1125" b="1">
                <a:solidFill>
                  <a:srgbClr val="202A33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202A33"/>
                </a:solidFill>
              </a:defRPr>
            </a:pPr>
            <a:r>
              <a:rPr sz="1125" b="1">
                <a:solidFill>
                  <a:srgbClr val="202A33"/>
                </a:solidFill>
              </a:rPr>
              <a:t>SQL SPA TOOLS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5F1D23-1F6D-4ECF-A0B3-5EAFBA30A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11087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202A33"/>
                </a:solidFill>
              </a:defRPr>
            </a:defPPr>
            <a:lvl1pPr>
              <a:defRPr sz="2850" b="1">
                <a:solidFill>
                  <a:srgbClr val="202A33"/>
                </a:solidFill>
              </a:defRPr>
            </a:lvl1pPr>
            <a:lvl2pPr>
              <a:defRPr sz="2850" b="1">
                <a:solidFill>
                  <a:srgbClr val="202A33"/>
                </a:solidFill>
              </a:defRPr>
            </a:lvl2pPr>
            <a:lvl3pPr>
              <a:defRPr sz="2850" b="1">
                <a:solidFill>
                  <a:srgbClr val="202A33"/>
                </a:solidFill>
              </a:defRPr>
            </a:lvl3pPr>
            <a:lvl4pPr>
              <a:defRPr sz="2850" b="1">
                <a:solidFill>
                  <a:srgbClr val="202A33"/>
                </a:solidFill>
              </a:defRPr>
            </a:lvl4pPr>
            <a:lvl5pPr>
              <a:defRPr sz="2850" b="1">
                <a:solidFill>
                  <a:srgbClr val="202A33"/>
                </a:solidFill>
              </a:defRPr>
            </a:lvl5pPr>
            <a:lvl6pPr>
              <a:defRPr sz="2850" b="1">
                <a:solidFill>
                  <a:srgbClr val="202A33"/>
                </a:solidFill>
              </a:defRPr>
            </a:lvl6pPr>
            <a:lvl7pPr>
              <a:defRPr sz="2850" b="1">
                <a:solidFill>
                  <a:srgbClr val="202A33"/>
                </a:solidFill>
              </a:defRPr>
            </a:lvl7pPr>
            <a:lvl8pPr>
              <a:defRPr sz="2850" b="1">
                <a:solidFill>
                  <a:srgbClr val="202A33"/>
                </a:solidFill>
              </a:defRPr>
            </a:lvl8pPr>
            <a:lvl9pPr>
              <a:defRPr sz="2850" b="1">
                <a:solidFill>
                  <a:srgbClr val="202A33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202A33"/>
                </a:solidFill>
              </a:defRPr>
            </a:pPr>
            <a:r>
              <a:rPr sz="2850" b="1">
                <a:solidFill>
                  <a:srgbClr val="202A33"/>
                </a:solidFill>
              </a:rPr>
              <a:t>參賽期間分四階段完成驗證與展示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FA4470-0E24-47A8-8DDE-2DACC4F26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23975"/>
            <a:ext cx="11087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B7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EDAB64-17FB-4897-AD90-7570D0D40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108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59656E"/>
                </a:solidFill>
              </a:defRPr>
            </a:defPPr>
            <a:lvl1pPr>
              <a:defRPr sz="900" b="0">
                <a:solidFill>
                  <a:srgbClr val="59656E"/>
                </a:solidFill>
              </a:defRPr>
            </a:lvl1pPr>
            <a:lvl2pPr>
              <a:defRPr sz="900" b="0">
                <a:solidFill>
                  <a:srgbClr val="59656E"/>
                </a:solidFill>
              </a:defRPr>
            </a:lvl2pPr>
            <a:lvl3pPr>
              <a:defRPr sz="900" b="0">
                <a:solidFill>
                  <a:srgbClr val="59656E"/>
                </a:solidFill>
              </a:defRPr>
            </a:lvl3pPr>
            <a:lvl4pPr>
              <a:defRPr sz="900" b="0">
                <a:solidFill>
                  <a:srgbClr val="59656E"/>
                </a:solidFill>
              </a:defRPr>
            </a:lvl4pPr>
            <a:lvl5pPr>
              <a:defRPr sz="900" b="0">
                <a:solidFill>
                  <a:srgbClr val="59656E"/>
                </a:solidFill>
              </a:defRPr>
            </a:lvl5pPr>
            <a:lvl6pPr>
              <a:defRPr sz="900" b="0">
                <a:solidFill>
                  <a:srgbClr val="59656E"/>
                </a:solidFill>
              </a:defRPr>
            </a:lvl6pPr>
            <a:lvl7pPr>
              <a:defRPr sz="900" b="0">
                <a:solidFill>
                  <a:srgbClr val="59656E"/>
                </a:solidFill>
              </a:defRPr>
            </a:lvl7pPr>
            <a:lvl8pPr>
              <a:defRPr sz="900" b="0">
                <a:solidFill>
                  <a:srgbClr val="59656E"/>
                </a:solidFill>
              </a:defRPr>
            </a:lvl8pPr>
            <a:lvl9pPr>
              <a:defRPr sz="900" b="0">
                <a:solidFill>
                  <a:srgbClr val="59656E"/>
                </a:solidFill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59656E"/>
                </a:solidFill>
              </a:defRPr>
            </a:pPr>
            <a:r>
              <a:rPr sz="900" b="0">
                <a:solidFill>
                  <a:srgbClr val="59656E"/>
                </a:solidFill>
              </a:rPr>
              <a:t>鎖頭銀行 M365 COPILOT 黑客松  •  2026.10  |  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53EA0B-590E-4468-AA6D-F76D24164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669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365A69"/>
                </a:solidFill>
              </a:defRPr>
            </a:defPPr>
            <a:lvl1pPr>
              <a:defRPr sz="1200" b="1">
                <a:solidFill>
                  <a:srgbClr val="365A69"/>
                </a:solidFill>
              </a:defRPr>
            </a:lvl1pPr>
            <a:lvl2pPr>
              <a:defRPr sz="1200" b="1">
                <a:solidFill>
                  <a:srgbClr val="365A69"/>
                </a:solidFill>
              </a:defRPr>
            </a:lvl2pPr>
            <a:lvl3pPr>
              <a:defRPr sz="1200" b="1">
                <a:solidFill>
                  <a:srgbClr val="365A69"/>
                </a:solidFill>
              </a:defRPr>
            </a:lvl3pPr>
            <a:lvl4pPr>
              <a:defRPr sz="1200" b="1">
                <a:solidFill>
                  <a:srgbClr val="365A69"/>
                </a:solidFill>
              </a:defRPr>
            </a:lvl4pPr>
            <a:lvl5pPr>
              <a:defRPr sz="1200" b="1">
                <a:solidFill>
                  <a:srgbClr val="365A69"/>
                </a:solidFill>
              </a:defRPr>
            </a:lvl5pPr>
            <a:lvl6pPr>
              <a:defRPr sz="1200" b="1">
                <a:solidFill>
                  <a:srgbClr val="365A69"/>
                </a:solidFill>
              </a:defRPr>
            </a:lvl6pPr>
            <a:lvl7pPr>
              <a:defRPr sz="1200" b="1">
                <a:solidFill>
                  <a:srgbClr val="365A69"/>
                </a:solidFill>
              </a:defRPr>
            </a:lvl7pPr>
            <a:lvl8pPr>
              <a:defRPr sz="1200" b="1">
                <a:solidFill>
                  <a:srgbClr val="365A69"/>
                </a:solidFill>
              </a:defRPr>
            </a:lvl8pPr>
            <a:lvl9pPr>
              <a:defRPr sz="1200" b="1">
                <a:solidFill>
                  <a:srgbClr val="365A69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365A69"/>
                </a:solidFill>
              </a:defRPr>
            </a:pPr>
            <a:r>
              <a:rPr sz="1200" b="1">
                <a:solidFill>
                  <a:srgbClr val="365A69"/>
                </a:solidFill>
              </a:rPr>
              <a:t>10/22—11/05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A88824-608C-4DDE-99D3-8B11DA32E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67000"/>
            <a:ext cx="2190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B7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49C9BD-1F35-4D9F-B6D4-FEFF8616E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527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凍結 MVP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FD9151-324E-49EA-AC54-BF6666942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4805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25323C"/>
                </a:solidFill>
              </a:defRPr>
            </a:defPPr>
            <a:lvl1pPr>
              <a:defRPr sz="1350" b="0">
                <a:solidFill>
                  <a:srgbClr val="25323C"/>
                </a:solidFill>
              </a:defRPr>
            </a:lvl1pPr>
            <a:lvl2pPr>
              <a:defRPr sz="1350" b="0">
                <a:solidFill>
                  <a:srgbClr val="25323C"/>
                </a:solidFill>
              </a:defRPr>
            </a:lvl2pPr>
            <a:lvl3pPr>
              <a:defRPr sz="1350" b="0">
                <a:solidFill>
                  <a:srgbClr val="25323C"/>
                </a:solidFill>
              </a:defRPr>
            </a:lvl3pPr>
            <a:lvl4pPr>
              <a:defRPr sz="1350" b="0">
                <a:solidFill>
                  <a:srgbClr val="25323C"/>
                </a:solidFill>
              </a:defRPr>
            </a:lvl4pPr>
            <a:lvl5pPr>
              <a:defRPr sz="1350" b="0">
                <a:solidFill>
                  <a:srgbClr val="25323C"/>
                </a:solidFill>
              </a:defRPr>
            </a:lvl5pPr>
            <a:lvl6pPr>
              <a:defRPr sz="1350" b="0">
                <a:solidFill>
                  <a:srgbClr val="25323C"/>
                </a:solidFill>
              </a:defRPr>
            </a:lvl6pPr>
            <a:lvl7pPr>
              <a:defRPr sz="1350" b="0">
                <a:solidFill>
                  <a:srgbClr val="25323C"/>
                </a:solidFill>
              </a:defRPr>
            </a:lvl7pPr>
            <a:lvl8pPr>
              <a:defRPr sz="1350" b="0">
                <a:solidFill>
                  <a:srgbClr val="25323C"/>
                </a:solidFill>
              </a:defRPr>
            </a:lvl8pPr>
            <a:lvl9pPr>
              <a:defRPr sz="1350" b="0">
                <a:solidFill>
                  <a:srgbClr val="25323C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案例、預期答案</a:t>
            </a:r>
          </a:p>
          <a:p xmlns:a="http://schemas.openxmlformats.org/drawingml/2006/main"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與提示版本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7066B2-D5FB-4A8A-B1B8-898E694A7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647950"/>
            <a:ext cx="438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365A69"/>
                </a:solidFill>
              </a:defRPr>
            </a:defPPr>
            <a:lvl1pPr>
              <a:defRPr sz="2100" b="1">
                <a:solidFill>
                  <a:srgbClr val="365A69"/>
                </a:solidFill>
              </a:defRPr>
            </a:lvl1pPr>
            <a:lvl2pPr>
              <a:defRPr sz="2100" b="1">
                <a:solidFill>
                  <a:srgbClr val="365A69"/>
                </a:solidFill>
              </a:defRPr>
            </a:lvl2pPr>
            <a:lvl3pPr>
              <a:defRPr sz="2100" b="1">
                <a:solidFill>
                  <a:srgbClr val="365A69"/>
                </a:solidFill>
              </a:defRPr>
            </a:lvl3pPr>
            <a:lvl4pPr>
              <a:defRPr sz="2100" b="1">
                <a:solidFill>
                  <a:srgbClr val="365A69"/>
                </a:solidFill>
              </a:defRPr>
            </a:lvl4pPr>
            <a:lvl5pPr>
              <a:defRPr sz="2100" b="1">
                <a:solidFill>
                  <a:srgbClr val="365A69"/>
                </a:solidFill>
              </a:defRPr>
            </a:lvl5pPr>
            <a:lvl6pPr>
              <a:defRPr sz="2100" b="1">
                <a:solidFill>
                  <a:srgbClr val="365A69"/>
                </a:solidFill>
              </a:defRPr>
            </a:lvl6pPr>
            <a:lvl7pPr>
              <a:defRPr sz="2100" b="1">
                <a:solidFill>
                  <a:srgbClr val="365A69"/>
                </a:solidFill>
              </a:defRPr>
            </a:lvl7pPr>
            <a:lvl8pPr>
              <a:defRPr sz="2100" b="1">
                <a:solidFill>
                  <a:srgbClr val="365A69"/>
                </a:solidFill>
              </a:defRPr>
            </a:lvl8pPr>
            <a:lvl9pPr>
              <a:defRPr sz="2100" b="1">
                <a:solidFill>
                  <a:srgbClr val="365A69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365A69"/>
                </a:solidFill>
              </a:defRPr>
            </a:pPr>
            <a:r>
              <a:rPr sz="2100" b="1">
                <a:solidFill>
                  <a:srgbClr val="365A69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409500-D656-4289-B6E9-30D8A8EFF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2669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365A69"/>
                </a:solidFill>
              </a:defRPr>
            </a:defPPr>
            <a:lvl1pPr>
              <a:defRPr sz="1200" b="1">
                <a:solidFill>
                  <a:srgbClr val="365A69"/>
                </a:solidFill>
              </a:defRPr>
            </a:lvl1pPr>
            <a:lvl2pPr>
              <a:defRPr sz="1200" b="1">
                <a:solidFill>
                  <a:srgbClr val="365A69"/>
                </a:solidFill>
              </a:defRPr>
            </a:lvl2pPr>
            <a:lvl3pPr>
              <a:defRPr sz="1200" b="1">
                <a:solidFill>
                  <a:srgbClr val="365A69"/>
                </a:solidFill>
              </a:defRPr>
            </a:lvl3pPr>
            <a:lvl4pPr>
              <a:defRPr sz="1200" b="1">
                <a:solidFill>
                  <a:srgbClr val="365A69"/>
                </a:solidFill>
              </a:defRPr>
            </a:lvl4pPr>
            <a:lvl5pPr>
              <a:defRPr sz="1200" b="1">
                <a:solidFill>
                  <a:srgbClr val="365A69"/>
                </a:solidFill>
              </a:defRPr>
            </a:lvl5pPr>
            <a:lvl6pPr>
              <a:defRPr sz="1200" b="1">
                <a:solidFill>
                  <a:srgbClr val="365A69"/>
                </a:solidFill>
              </a:defRPr>
            </a:lvl6pPr>
            <a:lvl7pPr>
              <a:defRPr sz="1200" b="1">
                <a:solidFill>
                  <a:srgbClr val="365A69"/>
                </a:solidFill>
              </a:defRPr>
            </a:lvl7pPr>
            <a:lvl8pPr>
              <a:defRPr sz="1200" b="1">
                <a:solidFill>
                  <a:srgbClr val="365A69"/>
                </a:solidFill>
              </a:defRPr>
            </a:lvl8pPr>
            <a:lvl9pPr>
              <a:defRPr sz="1200" b="1">
                <a:solidFill>
                  <a:srgbClr val="365A69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365A69"/>
                </a:solidFill>
              </a:defRPr>
            </a:pPr>
            <a:r>
              <a:rPr sz="1200" b="1">
                <a:solidFill>
                  <a:srgbClr val="365A69"/>
                </a:solidFill>
              </a:rPr>
              <a:t>11/06—11/30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5337C9-D2FF-4919-9895-2E53D4DAF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667000"/>
            <a:ext cx="2190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B7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354F2C-5FC4-4FE5-A88C-3C7BD71C6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9527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配對量測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15DD08-9027-4E76-9A9F-1EA0DE302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44805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25323C"/>
                </a:solidFill>
              </a:defRPr>
            </a:defPPr>
            <a:lvl1pPr>
              <a:defRPr sz="1350" b="0">
                <a:solidFill>
                  <a:srgbClr val="25323C"/>
                </a:solidFill>
              </a:defRPr>
            </a:lvl1pPr>
            <a:lvl2pPr>
              <a:defRPr sz="1350" b="0">
                <a:solidFill>
                  <a:srgbClr val="25323C"/>
                </a:solidFill>
              </a:defRPr>
            </a:lvl2pPr>
            <a:lvl3pPr>
              <a:defRPr sz="1350" b="0">
                <a:solidFill>
                  <a:srgbClr val="25323C"/>
                </a:solidFill>
              </a:defRPr>
            </a:lvl3pPr>
            <a:lvl4pPr>
              <a:defRPr sz="1350" b="0">
                <a:solidFill>
                  <a:srgbClr val="25323C"/>
                </a:solidFill>
              </a:defRPr>
            </a:lvl4pPr>
            <a:lvl5pPr>
              <a:defRPr sz="1350" b="0">
                <a:solidFill>
                  <a:srgbClr val="25323C"/>
                </a:solidFill>
              </a:defRPr>
            </a:lvl5pPr>
            <a:lvl6pPr>
              <a:defRPr sz="1350" b="0">
                <a:solidFill>
                  <a:srgbClr val="25323C"/>
                </a:solidFill>
              </a:defRPr>
            </a:lvl6pPr>
            <a:lvl7pPr>
              <a:defRPr sz="1350" b="0">
                <a:solidFill>
                  <a:srgbClr val="25323C"/>
                </a:solidFill>
              </a:defRPr>
            </a:lvl7pPr>
            <a:lvl8pPr>
              <a:defRPr sz="1350" b="0">
                <a:solidFill>
                  <a:srgbClr val="25323C"/>
                </a:solidFill>
              </a:defRPr>
            </a:lvl8pPr>
            <a:lvl9pPr>
              <a:defRPr sz="1350" b="0">
                <a:solidFill>
                  <a:srgbClr val="25323C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至少三組計時</a:t>
            </a:r>
          </a:p>
          <a:p xmlns:a="http://schemas.openxmlformats.org/drawingml/2006/main"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演練警告案例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ADA4EB-3A68-4A96-B0BC-6B775DF29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647950"/>
            <a:ext cx="438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365A69"/>
                </a:solidFill>
              </a:defRPr>
            </a:defPPr>
            <a:lvl1pPr>
              <a:defRPr sz="2100" b="1">
                <a:solidFill>
                  <a:srgbClr val="365A69"/>
                </a:solidFill>
              </a:defRPr>
            </a:lvl1pPr>
            <a:lvl2pPr>
              <a:defRPr sz="2100" b="1">
                <a:solidFill>
                  <a:srgbClr val="365A69"/>
                </a:solidFill>
              </a:defRPr>
            </a:lvl2pPr>
            <a:lvl3pPr>
              <a:defRPr sz="2100" b="1">
                <a:solidFill>
                  <a:srgbClr val="365A69"/>
                </a:solidFill>
              </a:defRPr>
            </a:lvl3pPr>
            <a:lvl4pPr>
              <a:defRPr sz="2100" b="1">
                <a:solidFill>
                  <a:srgbClr val="365A69"/>
                </a:solidFill>
              </a:defRPr>
            </a:lvl4pPr>
            <a:lvl5pPr>
              <a:defRPr sz="2100" b="1">
                <a:solidFill>
                  <a:srgbClr val="365A69"/>
                </a:solidFill>
              </a:defRPr>
            </a:lvl5pPr>
            <a:lvl6pPr>
              <a:defRPr sz="2100" b="1">
                <a:solidFill>
                  <a:srgbClr val="365A69"/>
                </a:solidFill>
              </a:defRPr>
            </a:lvl6pPr>
            <a:lvl7pPr>
              <a:defRPr sz="2100" b="1">
                <a:solidFill>
                  <a:srgbClr val="365A69"/>
                </a:solidFill>
              </a:defRPr>
            </a:lvl7pPr>
            <a:lvl8pPr>
              <a:defRPr sz="2100" b="1">
                <a:solidFill>
                  <a:srgbClr val="365A69"/>
                </a:solidFill>
              </a:defRPr>
            </a:lvl8pPr>
            <a:lvl9pPr>
              <a:defRPr sz="2100" b="1">
                <a:solidFill>
                  <a:srgbClr val="365A69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365A69"/>
                </a:solidFill>
              </a:defRPr>
            </a:pPr>
            <a:r>
              <a:rPr sz="2100" b="1">
                <a:solidFill>
                  <a:srgbClr val="365A69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B3C6A8-A8C7-4601-A9BB-0B2DD63D2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669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365A69"/>
                </a:solidFill>
              </a:defRPr>
            </a:defPPr>
            <a:lvl1pPr>
              <a:defRPr sz="1200" b="1">
                <a:solidFill>
                  <a:srgbClr val="365A69"/>
                </a:solidFill>
              </a:defRPr>
            </a:lvl1pPr>
            <a:lvl2pPr>
              <a:defRPr sz="1200" b="1">
                <a:solidFill>
                  <a:srgbClr val="365A69"/>
                </a:solidFill>
              </a:defRPr>
            </a:lvl2pPr>
            <a:lvl3pPr>
              <a:defRPr sz="1200" b="1">
                <a:solidFill>
                  <a:srgbClr val="365A69"/>
                </a:solidFill>
              </a:defRPr>
            </a:lvl3pPr>
            <a:lvl4pPr>
              <a:defRPr sz="1200" b="1">
                <a:solidFill>
                  <a:srgbClr val="365A69"/>
                </a:solidFill>
              </a:defRPr>
            </a:lvl4pPr>
            <a:lvl5pPr>
              <a:defRPr sz="1200" b="1">
                <a:solidFill>
                  <a:srgbClr val="365A69"/>
                </a:solidFill>
              </a:defRPr>
            </a:lvl5pPr>
            <a:lvl6pPr>
              <a:defRPr sz="1200" b="1">
                <a:solidFill>
                  <a:srgbClr val="365A69"/>
                </a:solidFill>
              </a:defRPr>
            </a:lvl6pPr>
            <a:lvl7pPr>
              <a:defRPr sz="1200" b="1">
                <a:solidFill>
                  <a:srgbClr val="365A69"/>
                </a:solidFill>
              </a:defRPr>
            </a:lvl7pPr>
            <a:lvl8pPr>
              <a:defRPr sz="1200" b="1">
                <a:solidFill>
                  <a:srgbClr val="365A69"/>
                </a:solidFill>
              </a:defRPr>
            </a:lvl8pPr>
            <a:lvl9pPr>
              <a:defRPr sz="1200" b="1">
                <a:solidFill>
                  <a:srgbClr val="365A69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365A69"/>
                </a:solidFill>
              </a:defRPr>
            </a:pPr>
            <a:r>
              <a:rPr sz="1200" b="1">
                <a:solidFill>
                  <a:srgbClr val="365A69"/>
                </a:solidFill>
              </a:rPr>
              <a:t>12/01—12/14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FC6703-320C-4A2B-98A1-1E4DD376D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667000"/>
            <a:ext cx="2190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B7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2CFA24-726A-44A8-99BE-9763989AA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9527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補強證據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3BB82E-C629-41A3-82AC-A12926B4A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44805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25323C"/>
                </a:solidFill>
              </a:defRPr>
            </a:defPPr>
            <a:lvl1pPr>
              <a:defRPr sz="1350" b="0">
                <a:solidFill>
                  <a:srgbClr val="25323C"/>
                </a:solidFill>
              </a:defRPr>
            </a:lvl1pPr>
            <a:lvl2pPr>
              <a:defRPr sz="1350" b="0">
                <a:solidFill>
                  <a:srgbClr val="25323C"/>
                </a:solidFill>
              </a:defRPr>
            </a:lvl2pPr>
            <a:lvl3pPr>
              <a:defRPr sz="1350" b="0">
                <a:solidFill>
                  <a:srgbClr val="25323C"/>
                </a:solidFill>
              </a:defRPr>
            </a:lvl3pPr>
            <a:lvl4pPr>
              <a:defRPr sz="1350" b="0">
                <a:solidFill>
                  <a:srgbClr val="25323C"/>
                </a:solidFill>
              </a:defRPr>
            </a:lvl4pPr>
            <a:lvl5pPr>
              <a:defRPr sz="1350" b="0">
                <a:solidFill>
                  <a:srgbClr val="25323C"/>
                </a:solidFill>
              </a:defRPr>
            </a:lvl5pPr>
            <a:lvl6pPr>
              <a:defRPr sz="1350" b="0">
                <a:solidFill>
                  <a:srgbClr val="25323C"/>
                </a:solidFill>
              </a:defRPr>
            </a:lvl6pPr>
            <a:lvl7pPr>
              <a:defRPr sz="1350" b="0">
                <a:solidFill>
                  <a:srgbClr val="25323C"/>
                </a:solidFill>
              </a:defRPr>
            </a:lvl7pPr>
            <a:lvl8pPr>
              <a:defRPr sz="1350" b="0">
                <a:solidFill>
                  <a:srgbClr val="25323C"/>
                </a:solidFill>
              </a:defRPr>
            </a:lvl8pPr>
            <a:lvl9pPr>
              <a:defRPr sz="1350" b="0">
                <a:solidFill>
                  <a:srgbClr val="25323C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核對影響清單</a:t>
            </a:r>
          </a:p>
          <a:p xmlns:a="http://schemas.openxmlformats.org/drawingml/2006/main"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評分 Copilot 回覆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949CF2-8B13-4B46-A365-C70D0C36A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647950"/>
            <a:ext cx="438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365A69"/>
                </a:solidFill>
              </a:defRPr>
            </a:defPPr>
            <a:lvl1pPr>
              <a:defRPr sz="2100" b="1">
                <a:solidFill>
                  <a:srgbClr val="365A69"/>
                </a:solidFill>
              </a:defRPr>
            </a:lvl1pPr>
            <a:lvl2pPr>
              <a:defRPr sz="2100" b="1">
                <a:solidFill>
                  <a:srgbClr val="365A69"/>
                </a:solidFill>
              </a:defRPr>
            </a:lvl2pPr>
            <a:lvl3pPr>
              <a:defRPr sz="2100" b="1">
                <a:solidFill>
                  <a:srgbClr val="365A69"/>
                </a:solidFill>
              </a:defRPr>
            </a:lvl3pPr>
            <a:lvl4pPr>
              <a:defRPr sz="2100" b="1">
                <a:solidFill>
                  <a:srgbClr val="365A69"/>
                </a:solidFill>
              </a:defRPr>
            </a:lvl4pPr>
            <a:lvl5pPr>
              <a:defRPr sz="2100" b="1">
                <a:solidFill>
                  <a:srgbClr val="365A69"/>
                </a:solidFill>
              </a:defRPr>
            </a:lvl5pPr>
            <a:lvl6pPr>
              <a:defRPr sz="2100" b="1">
                <a:solidFill>
                  <a:srgbClr val="365A69"/>
                </a:solidFill>
              </a:defRPr>
            </a:lvl6pPr>
            <a:lvl7pPr>
              <a:defRPr sz="2100" b="1">
                <a:solidFill>
                  <a:srgbClr val="365A69"/>
                </a:solidFill>
              </a:defRPr>
            </a:lvl7pPr>
            <a:lvl8pPr>
              <a:defRPr sz="2100" b="1">
                <a:solidFill>
                  <a:srgbClr val="365A69"/>
                </a:solidFill>
              </a:defRPr>
            </a:lvl8pPr>
            <a:lvl9pPr>
              <a:defRPr sz="2100" b="1">
                <a:solidFill>
                  <a:srgbClr val="365A69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365A69"/>
                </a:solidFill>
              </a:defRPr>
            </a:pPr>
            <a:r>
              <a:rPr sz="2100" b="1">
                <a:solidFill>
                  <a:srgbClr val="365A69"/>
                </a:solidFill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FB7D16-9D27-46C1-B764-6F406A525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2669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365A69"/>
                </a:solidFill>
              </a:defRPr>
            </a:defPPr>
            <a:lvl1pPr>
              <a:defRPr sz="1200" b="1">
                <a:solidFill>
                  <a:srgbClr val="365A69"/>
                </a:solidFill>
              </a:defRPr>
            </a:lvl1pPr>
            <a:lvl2pPr>
              <a:defRPr sz="1200" b="1">
                <a:solidFill>
                  <a:srgbClr val="365A69"/>
                </a:solidFill>
              </a:defRPr>
            </a:lvl2pPr>
            <a:lvl3pPr>
              <a:defRPr sz="1200" b="1">
                <a:solidFill>
                  <a:srgbClr val="365A69"/>
                </a:solidFill>
              </a:defRPr>
            </a:lvl3pPr>
            <a:lvl4pPr>
              <a:defRPr sz="1200" b="1">
                <a:solidFill>
                  <a:srgbClr val="365A69"/>
                </a:solidFill>
              </a:defRPr>
            </a:lvl4pPr>
            <a:lvl5pPr>
              <a:defRPr sz="1200" b="1">
                <a:solidFill>
                  <a:srgbClr val="365A69"/>
                </a:solidFill>
              </a:defRPr>
            </a:lvl5pPr>
            <a:lvl6pPr>
              <a:defRPr sz="1200" b="1">
                <a:solidFill>
                  <a:srgbClr val="365A69"/>
                </a:solidFill>
              </a:defRPr>
            </a:lvl6pPr>
            <a:lvl7pPr>
              <a:defRPr sz="1200" b="1">
                <a:solidFill>
                  <a:srgbClr val="365A69"/>
                </a:solidFill>
              </a:defRPr>
            </a:lvl7pPr>
            <a:lvl8pPr>
              <a:defRPr sz="1200" b="1">
                <a:solidFill>
                  <a:srgbClr val="365A69"/>
                </a:solidFill>
              </a:defRPr>
            </a:lvl8pPr>
            <a:lvl9pPr>
              <a:defRPr sz="1200" b="1">
                <a:solidFill>
                  <a:srgbClr val="365A69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365A69"/>
                </a:solidFill>
              </a:defRPr>
            </a:pPr>
            <a:r>
              <a:rPr sz="1200" b="1">
                <a:solidFill>
                  <a:srgbClr val="365A69"/>
                </a:solidFill>
              </a:rPr>
              <a:t>12/15—12/24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9067F6-C523-40D8-ACF0-2662BB002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667000"/>
            <a:ext cx="2190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B7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CA881A-616B-4A1C-B247-EE0B1DC79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9527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展示排練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554F0B-03A8-4497-8FF1-34AB7DE67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44805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25323C"/>
                </a:solidFill>
              </a:defRPr>
            </a:defPPr>
            <a:lvl1pPr>
              <a:defRPr sz="1350" b="0">
                <a:solidFill>
                  <a:srgbClr val="25323C"/>
                </a:solidFill>
              </a:defRPr>
            </a:lvl1pPr>
            <a:lvl2pPr>
              <a:defRPr sz="1350" b="0">
                <a:solidFill>
                  <a:srgbClr val="25323C"/>
                </a:solidFill>
              </a:defRPr>
            </a:lvl2pPr>
            <a:lvl3pPr>
              <a:defRPr sz="1350" b="0">
                <a:solidFill>
                  <a:srgbClr val="25323C"/>
                </a:solidFill>
              </a:defRPr>
            </a:lvl3pPr>
            <a:lvl4pPr>
              <a:defRPr sz="1350" b="0">
                <a:solidFill>
                  <a:srgbClr val="25323C"/>
                </a:solidFill>
              </a:defRPr>
            </a:lvl4pPr>
            <a:lvl5pPr>
              <a:defRPr sz="1350" b="0">
                <a:solidFill>
                  <a:srgbClr val="25323C"/>
                </a:solidFill>
              </a:defRPr>
            </a:lvl5pPr>
            <a:lvl6pPr>
              <a:defRPr sz="1350" b="0">
                <a:solidFill>
                  <a:srgbClr val="25323C"/>
                </a:solidFill>
              </a:defRPr>
            </a:lvl6pPr>
            <a:lvl7pPr>
              <a:defRPr sz="1350" b="0">
                <a:solidFill>
                  <a:srgbClr val="25323C"/>
                </a:solidFill>
              </a:defRPr>
            </a:lvl7pPr>
            <a:lvl8pPr>
              <a:defRPr sz="1350" b="0">
                <a:solidFill>
                  <a:srgbClr val="25323C"/>
                </a:solidFill>
              </a:defRPr>
            </a:lvl8pPr>
            <a:lvl9pPr>
              <a:defRPr sz="1350" b="0">
                <a:solidFill>
                  <a:srgbClr val="25323C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確認主辦要求</a:t>
            </a:r>
          </a:p>
          <a:p xmlns:a="http://schemas.openxmlformats.org/drawingml/2006/main"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備妥失敗備援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5F1AE0-9AB1-46C7-A481-825582708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10100"/>
            <a:ext cx="10744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64C90C-B0BF-4C6C-9E4B-D95B060CF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1">
                <a:solidFill>
                  <a:srgbClr val="365A69"/>
                </a:solidFill>
              </a:defRPr>
            </a:defPPr>
            <a:lvl1pPr>
              <a:defRPr sz="1575" b="1">
                <a:solidFill>
                  <a:srgbClr val="365A69"/>
                </a:solidFill>
              </a:defRPr>
            </a:lvl1pPr>
            <a:lvl2pPr>
              <a:defRPr sz="1575" b="1">
                <a:solidFill>
                  <a:srgbClr val="365A69"/>
                </a:solidFill>
              </a:defRPr>
            </a:lvl2pPr>
            <a:lvl3pPr>
              <a:defRPr sz="1575" b="1">
                <a:solidFill>
                  <a:srgbClr val="365A69"/>
                </a:solidFill>
              </a:defRPr>
            </a:lvl3pPr>
            <a:lvl4pPr>
              <a:defRPr sz="1575" b="1">
                <a:solidFill>
                  <a:srgbClr val="365A69"/>
                </a:solidFill>
              </a:defRPr>
            </a:lvl4pPr>
            <a:lvl5pPr>
              <a:defRPr sz="1575" b="1">
                <a:solidFill>
                  <a:srgbClr val="365A69"/>
                </a:solidFill>
              </a:defRPr>
            </a:lvl5pPr>
            <a:lvl6pPr>
              <a:defRPr sz="1575" b="1">
                <a:solidFill>
                  <a:srgbClr val="365A69"/>
                </a:solidFill>
              </a:defRPr>
            </a:lvl6pPr>
            <a:lvl7pPr>
              <a:defRPr sz="1575" b="1">
                <a:solidFill>
                  <a:srgbClr val="365A69"/>
                </a:solidFill>
              </a:defRPr>
            </a:lvl7pPr>
            <a:lvl8pPr>
              <a:defRPr sz="1575" b="1">
                <a:solidFill>
                  <a:srgbClr val="365A69"/>
                </a:solidFill>
              </a:defRPr>
            </a:lvl8pPr>
            <a:lvl9pPr>
              <a:defRPr sz="1575" b="1">
                <a:solidFill>
                  <a:srgbClr val="365A69"/>
                </a:solidFill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365A69"/>
                </a:solidFill>
              </a:defRPr>
            </a:pPr>
            <a:r>
              <a:rPr sz="1575" b="1">
                <a:solidFill>
                  <a:srgbClr val="365A69"/>
                </a:solidFill>
              </a:rPr>
              <a:t>推廣次序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22BC006-E7F5-4F52-A624-C30404AD1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9115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202A33"/>
                </a:solidFill>
              </a:defRPr>
            </a:defPPr>
            <a:lvl1pPr>
              <a:defRPr sz="1425" b="1">
                <a:solidFill>
                  <a:srgbClr val="202A33"/>
                </a:solidFill>
              </a:defRPr>
            </a:lvl1pPr>
            <a:lvl2pPr>
              <a:defRPr sz="1425" b="1">
                <a:solidFill>
                  <a:srgbClr val="202A33"/>
                </a:solidFill>
              </a:defRPr>
            </a:lvl2pPr>
            <a:lvl3pPr>
              <a:defRPr sz="1425" b="1">
                <a:solidFill>
                  <a:srgbClr val="202A33"/>
                </a:solidFill>
              </a:defRPr>
            </a:lvl3pPr>
            <a:lvl4pPr>
              <a:defRPr sz="1425" b="1">
                <a:solidFill>
                  <a:srgbClr val="202A33"/>
                </a:solidFill>
              </a:defRPr>
            </a:lvl4pPr>
            <a:lvl5pPr>
              <a:defRPr sz="1425" b="1">
                <a:solidFill>
                  <a:srgbClr val="202A33"/>
                </a:solidFill>
              </a:defRPr>
            </a:lvl5pPr>
            <a:lvl6pPr>
              <a:defRPr sz="1425" b="1">
                <a:solidFill>
                  <a:srgbClr val="202A33"/>
                </a:solidFill>
              </a:defRPr>
            </a:lvl6pPr>
            <a:lvl7pPr>
              <a:defRPr sz="1425" b="1">
                <a:solidFill>
                  <a:srgbClr val="202A33"/>
                </a:solidFill>
              </a:defRPr>
            </a:lvl7pPr>
            <a:lvl8pPr>
              <a:defRPr sz="1425" b="1">
                <a:solidFill>
                  <a:srgbClr val="202A33"/>
                </a:solidFill>
              </a:defRPr>
            </a:lvl8pPr>
            <a:lvl9pPr>
              <a:defRPr sz="1425" b="1">
                <a:solidFill>
                  <a:srgbClr val="202A33"/>
                </a:solidFill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202A33"/>
                </a:solidFill>
              </a:defRPr>
            </a:pPr>
            <a:r>
              <a:rPr sz="1425" b="1">
                <a:solidFill>
                  <a:srgbClr val="202A33"/>
                </a:solidFill>
              </a:rPr>
              <a:t>合成案例驗證 → 資料治理／資安審查 → 核准後評估部門試用 → 再決定維運與擴充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58F61D-FAB1-4B8E-A13D-91D2EE676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57900"/>
            <a:ext cx="1038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9656E"/>
                </a:solidFill>
              </a:defRPr>
            </a:defPPr>
            <a:lvl1pPr>
              <a:defRPr sz="1125" b="0">
                <a:solidFill>
                  <a:srgbClr val="59656E"/>
                </a:solidFill>
              </a:defRPr>
            </a:lvl1pPr>
            <a:lvl2pPr>
              <a:defRPr sz="1125" b="0">
                <a:solidFill>
                  <a:srgbClr val="59656E"/>
                </a:solidFill>
              </a:defRPr>
            </a:lvl2pPr>
            <a:lvl3pPr>
              <a:defRPr sz="1125" b="0">
                <a:solidFill>
                  <a:srgbClr val="59656E"/>
                </a:solidFill>
              </a:defRPr>
            </a:lvl3pPr>
            <a:lvl4pPr>
              <a:defRPr sz="1125" b="0">
                <a:solidFill>
                  <a:srgbClr val="59656E"/>
                </a:solidFill>
              </a:defRPr>
            </a:lvl4pPr>
            <a:lvl5pPr>
              <a:defRPr sz="1125" b="0">
                <a:solidFill>
                  <a:srgbClr val="59656E"/>
                </a:solidFill>
              </a:defRPr>
            </a:lvl5pPr>
            <a:lvl6pPr>
              <a:defRPr sz="1125" b="0">
                <a:solidFill>
                  <a:srgbClr val="59656E"/>
                </a:solidFill>
              </a:defRPr>
            </a:lvl6pPr>
            <a:lvl7pPr>
              <a:defRPr sz="1125" b="0">
                <a:solidFill>
                  <a:srgbClr val="59656E"/>
                </a:solidFill>
              </a:defRPr>
            </a:lvl7pPr>
            <a:lvl8pPr>
              <a:defRPr sz="1125" b="0">
                <a:solidFill>
                  <a:srgbClr val="59656E"/>
                </a:solidFill>
              </a:defRPr>
            </a:lvl8pPr>
            <a:lvl9pPr>
              <a:defRPr sz="1125" b="0">
                <a:solidFill>
                  <a:srgbClr val="59656E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9656E"/>
                </a:solidFill>
              </a:defRPr>
            </a:pPr>
            <a:r>
              <a:rPr sz="1125" b="0">
                <a:solidFill>
                  <a:srgbClr val="59656E"/>
                </a:solidFill>
              </a:rPr>
              <a:t>時程為團隊規劃；官方提交期限、簡報時長及格式仍待主辦確認。</a:t>
            </a:r>
          </a:p>
        </p:txBody>
      </p:sp>
    </p:spTree>
    <p:extLst>
      <p:ext uri="{BB962C8B-B14F-4D97-AF65-F5344CB8AC3E}">
        <p14:creationId xmlns:p14="http://schemas.microsoft.com/office/powerpoint/2010/main" val="183106749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202A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2451C5-EA58-47A9-98A1-95A6403E6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810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70B7D5"/>
                </a:solidFill>
              </a:defRPr>
            </a:defPPr>
            <a:lvl1pPr>
              <a:defRPr sz="1275" b="1">
                <a:solidFill>
                  <a:srgbClr val="70B7D5"/>
                </a:solidFill>
              </a:defRPr>
            </a:lvl1pPr>
            <a:lvl2pPr>
              <a:defRPr sz="1275" b="1">
                <a:solidFill>
                  <a:srgbClr val="70B7D5"/>
                </a:solidFill>
              </a:defRPr>
            </a:lvl2pPr>
            <a:lvl3pPr>
              <a:defRPr sz="1275" b="1">
                <a:solidFill>
                  <a:srgbClr val="70B7D5"/>
                </a:solidFill>
              </a:defRPr>
            </a:lvl3pPr>
            <a:lvl4pPr>
              <a:defRPr sz="1275" b="1">
                <a:solidFill>
                  <a:srgbClr val="70B7D5"/>
                </a:solidFill>
              </a:defRPr>
            </a:lvl4pPr>
            <a:lvl5pPr>
              <a:defRPr sz="1275" b="1">
                <a:solidFill>
                  <a:srgbClr val="70B7D5"/>
                </a:solidFill>
              </a:defRPr>
            </a:lvl5pPr>
            <a:lvl6pPr>
              <a:defRPr sz="1275" b="1">
                <a:solidFill>
                  <a:srgbClr val="70B7D5"/>
                </a:solidFill>
              </a:defRPr>
            </a:lvl6pPr>
            <a:lvl7pPr>
              <a:defRPr sz="1275" b="1">
                <a:solidFill>
                  <a:srgbClr val="70B7D5"/>
                </a:solidFill>
              </a:defRPr>
            </a:lvl7pPr>
            <a:lvl8pPr>
              <a:defRPr sz="1275" b="1">
                <a:solidFill>
                  <a:srgbClr val="70B7D5"/>
                </a:solidFill>
              </a:defRPr>
            </a:lvl8pPr>
            <a:lvl9pPr>
              <a:defRPr sz="1275" b="1">
                <a:solidFill>
                  <a:srgbClr val="70B7D5"/>
                </a:solidFill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70B7D5"/>
                </a:solidFill>
              </a:defRPr>
            </a:pPr>
            <a:r>
              <a:rPr sz="1275" b="1">
                <a:solidFill>
                  <a:srgbClr val="70B7D5"/>
                </a:solidFill>
              </a:rPr>
              <a:t>提案主張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0C6D14-46E5-4D60-B3C7-72B79B171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4780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FFFFFF"/>
                </a:solidFill>
              </a:defRPr>
            </a:defPPr>
            <a:lvl1pPr>
              <a:defRPr sz="3225" b="1">
                <a:solidFill>
                  <a:srgbClr val="FFFFFF"/>
                </a:solidFill>
              </a:defRPr>
            </a:lvl1pPr>
            <a:lvl2pPr>
              <a:defRPr sz="3225" b="1">
                <a:solidFill>
                  <a:srgbClr val="FFFFFF"/>
                </a:solidFill>
              </a:defRPr>
            </a:lvl2pPr>
            <a:lvl3pPr>
              <a:defRPr sz="3225" b="1">
                <a:solidFill>
                  <a:srgbClr val="FFFFFF"/>
                </a:solidFill>
              </a:defRPr>
            </a:lvl3pPr>
            <a:lvl4pPr>
              <a:defRPr sz="3225" b="1">
                <a:solidFill>
                  <a:srgbClr val="FFFFFF"/>
                </a:solidFill>
              </a:defRPr>
            </a:lvl4pPr>
            <a:lvl5pPr>
              <a:defRPr sz="3225" b="1">
                <a:solidFill>
                  <a:srgbClr val="FFFFFF"/>
                </a:solidFill>
              </a:defRPr>
            </a:lvl5pPr>
            <a:lvl6pPr>
              <a:defRPr sz="3225" b="1">
                <a:solidFill>
                  <a:srgbClr val="FFFFFF"/>
                </a:solidFill>
              </a:defRPr>
            </a:lvl6pPr>
            <a:lvl7pPr>
              <a:defRPr sz="3225" b="1">
                <a:solidFill>
                  <a:srgbClr val="FFFFFF"/>
                </a:solidFill>
              </a:defRPr>
            </a:lvl7pPr>
            <a:lvl8pPr>
              <a:defRPr sz="3225" b="1">
                <a:solidFill>
                  <a:srgbClr val="FFFFFF"/>
                </a:solidFill>
              </a:defRPr>
            </a:lvl8pPr>
            <a:lvl9pPr>
              <a:defRPr sz="32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讓 Copilot 整理分析證據，</a:t>
            </a:r>
          </a:p>
          <a:p xmlns:a="http://schemas.openxmlformats.org/drawingml/2006/main">
            <a:pPr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讓風險管理覆核者保留最終判斷。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61C2D8-85E1-411B-9D05-8B1D0F458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385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25E1B6-E8DC-4CC4-B62E-7E569C269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338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70B7D5"/>
                </a:solidFill>
              </a:defRPr>
            </a:defPPr>
            <a:lvl1pPr>
              <a:defRPr sz="1650" b="1">
                <a:solidFill>
                  <a:srgbClr val="70B7D5"/>
                </a:solidFill>
              </a:defRPr>
            </a:lvl1pPr>
            <a:lvl2pPr>
              <a:defRPr sz="1650" b="1">
                <a:solidFill>
                  <a:srgbClr val="70B7D5"/>
                </a:solidFill>
              </a:defRPr>
            </a:lvl2pPr>
            <a:lvl3pPr>
              <a:defRPr sz="1650" b="1">
                <a:solidFill>
                  <a:srgbClr val="70B7D5"/>
                </a:solidFill>
              </a:defRPr>
            </a:lvl3pPr>
            <a:lvl4pPr>
              <a:defRPr sz="1650" b="1">
                <a:solidFill>
                  <a:srgbClr val="70B7D5"/>
                </a:solidFill>
              </a:defRPr>
            </a:lvl4pPr>
            <a:lvl5pPr>
              <a:defRPr sz="1650" b="1">
                <a:solidFill>
                  <a:srgbClr val="70B7D5"/>
                </a:solidFill>
              </a:defRPr>
            </a:lvl5pPr>
            <a:lvl6pPr>
              <a:defRPr sz="1650" b="1">
                <a:solidFill>
                  <a:srgbClr val="70B7D5"/>
                </a:solidFill>
              </a:defRPr>
            </a:lvl6pPr>
            <a:lvl7pPr>
              <a:defRPr sz="1650" b="1">
                <a:solidFill>
                  <a:srgbClr val="70B7D5"/>
                </a:solidFill>
              </a:defRPr>
            </a:lvl7pPr>
            <a:lvl8pPr>
              <a:defRPr sz="1650" b="1">
                <a:solidFill>
                  <a:srgbClr val="70B7D5"/>
                </a:solidFill>
              </a:defRPr>
            </a:lvl8pPr>
            <a:lvl9pPr>
              <a:defRPr sz="1650" b="1">
                <a:solidFill>
                  <a:srgbClr val="70B7D5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70B7D5"/>
                </a:solidFill>
              </a:defRPr>
            </a:pPr>
            <a:r>
              <a:rPr sz="1650" b="1">
                <a:solidFill>
                  <a:srgbClr val="70B7D5"/>
                </a:solidFill>
              </a:rPr>
              <a:t>本機分析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CD1336-0ABD-4EDD-9B2F-17404D0B9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0"/>
            <a:ext cx="285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F7FAFC"/>
                </a:solidFill>
              </a:defRPr>
            </a:defPPr>
            <a:lvl1pPr>
              <a:defRPr sz="1350" b="0">
                <a:solidFill>
                  <a:srgbClr val="F7FAFC"/>
                </a:solidFill>
              </a:defRPr>
            </a:lvl1pPr>
            <a:lvl2pPr>
              <a:defRPr sz="1350" b="0">
                <a:solidFill>
                  <a:srgbClr val="F7FAFC"/>
                </a:solidFill>
              </a:defRPr>
            </a:lvl2pPr>
            <a:lvl3pPr>
              <a:defRPr sz="1350" b="0">
                <a:solidFill>
                  <a:srgbClr val="F7FAFC"/>
                </a:solidFill>
              </a:defRPr>
            </a:lvl3pPr>
            <a:lvl4pPr>
              <a:defRPr sz="1350" b="0">
                <a:solidFill>
                  <a:srgbClr val="F7FAFC"/>
                </a:solidFill>
              </a:defRPr>
            </a:lvl4pPr>
            <a:lvl5pPr>
              <a:defRPr sz="1350" b="0">
                <a:solidFill>
                  <a:srgbClr val="F7FAFC"/>
                </a:solidFill>
              </a:defRPr>
            </a:lvl5pPr>
            <a:lvl6pPr>
              <a:defRPr sz="1350" b="0">
                <a:solidFill>
                  <a:srgbClr val="F7FAFC"/>
                </a:solidFill>
              </a:defRPr>
            </a:lvl6pPr>
            <a:lvl7pPr>
              <a:defRPr sz="1350" b="0">
                <a:solidFill>
                  <a:srgbClr val="F7FAFC"/>
                </a:solidFill>
              </a:defRPr>
            </a:lvl7pPr>
            <a:lvl8pPr>
              <a:defRPr sz="1350" b="0">
                <a:solidFill>
                  <a:srgbClr val="F7FAFC"/>
                </a:solidFill>
              </a:defRPr>
            </a:lvl8pPr>
            <a:lvl9pPr>
              <a:defRPr sz="1350" b="0">
                <a:solidFill>
                  <a:srgbClr val="F7FAFC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F7FAFC"/>
                </a:solidFill>
              </a:defRPr>
            </a:pPr>
            <a:r>
              <a:rPr sz="1350" b="0">
                <a:solidFill>
                  <a:srgbClr val="F7FAFC"/>
                </a:solidFill>
              </a:rPr>
              <a:t>風險分群及報表關係可回查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91B897-516D-437B-890F-48BBFA137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7338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70B7D5"/>
                </a:solidFill>
              </a:defRPr>
            </a:defPPr>
            <a:lvl1pPr>
              <a:defRPr sz="1650" b="1">
                <a:solidFill>
                  <a:srgbClr val="70B7D5"/>
                </a:solidFill>
              </a:defRPr>
            </a:lvl1pPr>
            <a:lvl2pPr>
              <a:defRPr sz="1650" b="1">
                <a:solidFill>
                  <a:srgbClr val="70B7D5"/>
                </a:solidFill>
              </a:defRPr>
            </a:lvl2pPr>
            <a:lvl3pPr>
              <a:defRPr sz="1650" b="1">
                <a:solidFill>
                  <a:srgbClr val="70B7D5"/>
                </a:solidFill>
              </a:defRPr>
            </a:lvl3pPr>
            <a:lvl4pPr>
              <a:defRPr sz="1650" b="1">
                <a:solidFill>
                  <a:srgbClr val="70B7D5"/>
                </a:solidFill>
              </a:defRPr>
            </a:lvl4pPr>
            <a:lvl5pPr>
              <a:defRPr sz="1650" b="1">
                <a:solidFill>
                  <a:srgbClr val="70B7D5"/>
                </a:solidFill>
              </a:defRPr>
            </a:lvl5pPr>
            <a:lvl6pPr>
              <a:defRPr sz="1650" b="1">
                <a:solidFill>
                  <a:srgbClr val="70B7D5"/>
                </a:solidFill>
              </a:defRPr>
            </a:lvl6pPr>
            <a:lvl7pPr>
              <a:defRPr sz="1650" b="1">
                <a:solidFill>
                  <a:srgbClr val="70B7D5"/>
                </a:solidFill>
              </a:defRPr>
            </a:lvl7pPr>
            <a:lvl8pPr>
              <a:defRPr sz="1650" b="1">
                <a:solidFill>
                  <a:srgbClr val="70B7D5"/>
                </a:solidFill>
              </a:defRPr>
            </a:lvl8pPr>
            <a:lvl9pPr>
              <a:defRPr sz="1650" b="1">
                <a:solidFill>
                  <a:srgbClr val="70B7D5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70B7D5"/>
                </a:solidFill>
              </a:defRPr>
            </a:pPr>
            <a:r>
              <a:rPr sz="1650" b="1">
                <a:solidFill>
                  <a:srgbClr val="70B7D5"/>
                </a:solidFill>
              </a:rPr>
              <a:t>Copilot 整理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974395-8B56-4B84-A88F-A4E059489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191000"/>
            <a:ext cx="304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F7FAFC"/>
                </a:solidFill>
              </a:defRPr>
            </a:defPPr>
            <a:lvl1pPr>
              <a:defRPr sz="1350" b="0">
                <a:solidFill>
                  <a:srgbClr val="F7FAFC"/>
                </a:solidFill>
              </a:defRPr>
            </a:lvl1pPr>
            <a:lvl2pPr>
              <a:defRPr sz="1350" b="0">
                <a:solidFill>
                  <a:srgbClr val="F7FAFC"/>
                </a:solidFill>
              </a:defRPr>
            </a:lvl2pPr>
            <a:lvl3pPr>
              <a:defRPr sz="1350" b="0">
                <a:solidFill>
                  <a:srgbClr val="F7FAFC"/>
                </a:solidFill>
              </a:defRPr>
            </a:lvl3pPr>
            <a:lvl4pPr>
              <a:defRPr sz="1350" b="0">
                <a:solidFill>
                  <a:srgbClr val="F7FAFC"/>
                </a:solidFill>
              </a:defRPr>
            </a:lvl4pPr>
            <a:lvl5pPr>
              <a:defRPr sz="1350" b="0">
                <a:solidFill>
                  <a:srgbClr val="F7FAFC"/>
                </a:solidFill>
              </a:defRPr>
            </a:lvl5pPr>
            <a:lvl6pPr>
              <a:defRPr sz="1350" b="0">
                <a:solidFill>
                  <a:srgbClr val="F7FAFC"/>
                </a:solidFill>
              </a:defRPr>
            </a:lvl6pPr>
            <a:lvl7pPr>
              <a:defRPr sz="1350" b="0">
                <a:solidFill>
                  <a:srgbClr val="F7FAFC"/>
                </a:solidFill>
              </a:defRPr>
            </a:lvl7pPr>
            <a:lvl8pPr>
              <a:defRPr sz="1350" b="0">
                <a:solidFill>
                  <a:srgbClr val="F7FAFC"/>
                </a:solidFill>
              </a:defRPr>
            </a:lvl8pPr>
            <a:lvl9pPr>
              <a:defRPr sz="1350" b="0">
                <a:solidFill>
                  <a:srgbClr val="F7FAFC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F7FAFC"/>
                </a:solidFill>
              </a:defRPr>
            </a:pPr>
            <a:r>
              <a:rPr sz="1350" b="0">
                <a:solidFill>
                  <a:srgbClr val="F7FAFC"/>
                </a:solidFill>
              </a:rPr>
              <a:t>摘要轉為風險覆核說明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AF937A-0641-437F-9C97-04F4EFFCD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7338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70B7D5"/>
                </a:solidFill>
              </a:defRPr>
            </a:defPPr>
            <a:lvl1pPr>
              <a:defRPr sz="1650" b="1">
                <a:solidFill>
                  <a:srgbClr val="70B7D5"/>
                </a:solidFill>
              </a:defRPr>
            </a:lvl1pPr>
            <a:lvl2pPr>
              <a:defRPr sz="1650" b="1">
                <a:solidFill>
                  <a:srgbClr val="70B7D5"/>
                </a:solidFill>
              </a:defRPr>
            </a:lvl2pPr>
            <a:lvl3pPr>
              <a:defRPr sz="1650" b="1">
                <a:solidFill>
                  <a:srgbClr val="70B7D5"/>
                </a:solidFill>
              </a:defRPr>
            </a:lvl3pPr>
            <a:lvl4pPr>
              <a:defRPr sz="1650" b="1">
                <a:solidFill>
                  <a:srgbClr val="70B7D5"/>
                </a:solidFill>
              </a:defRPr>
            </a:lvl4pPr>
            <a:lvl5pPr>
              <a:defRPr sz="1650" b="1">
                <a:solidFill>
                  <a:srgbClr val="70B7D5"/>
                </a:solidFill>
              </a:defRPr>
            </a:lvl5pPr>
            <a:lvl6pPr>
              <a:defRPr sz="1650" b="1">
                <a:solidFill>
                  <a:srgbClr val="70B7D5"/>
                </a:solidFill>
              </a:defRPr>
            </a:lvl6pPr>
            <a:lvl7pPr>
              <a:defRPr sz="1650" b="1">
                <a:solidFill>
                  <a:srgbClr val="70B7D5"/>
                </a:solidFill>
              </a:defRPr>
            </a:lvl7pPr>
            <a:lvl8pPr>
              <a:defRPr sz="1650" b="1">
                <a:solidFill>
                  <a:srgbClr val="70B7D5"/>
                </a:solidFill>
              </a:defRPr>
            </a:lvl8pPr>
            <a:lvl9pPr>
              <a:defRPr sz="1650" b="1">
                <a:solidFill>
                  <a:srgbClr val="70B7D5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70B7D5"/>
                </a:solidFill>
              </a:defRPr>
            </a:pPr>
            <a:r>
              <a:rPr sz="1650" b="1">
                <a:solidFill>
                  <a:srgbClr val="70B7D5"/>
                </a:solidFill>
              </a:rPr>
              <a:t>人工覆核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23D978-524F-41F9-B9AC-FC3FE94BD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191000"/>
            <a:ext cx="333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F7FAFC"/>
                </a:solidFill>
              </a:defRPr>
            </a:defPPr>
            <a:lvl1pPr>
              <a:defRPr sz="1350" b="0">
                <a:solidFill>
                  <a:srgbClr val="F7FAFC"/>
                </a:solidFill>
              </a:defRPr>
            </a:lvl1pPr>
            <a:lvl2pPr>
              <a:defRPr sz="1350" b="0">
                <a:solidFill>
                  <a:srgbClr val="F7FAFC"/>
                </a:solidFill>
              </a:defRPr>
            </a:lvl2pPr>
            <a:lvl3pPr>
              <a:defRPr sz="1350" b="0">
                <a:solidFill>
                  <a:srgbClr val="F7FAFC"/>
                </a:solidFill>
              </a:defRPr>
            </a:lvl3pPr>
            <a:lvl4pPr>
              <a:defRPr sz="1350" b="0">
                <a:solidFill>
                  <a:srgbClr val="F7FAFC"/>
                </a:solidFill>
              </a:defRPr>
            </a:lvl4pPr>
            <a:lvl5pPr>
              <a:defRPr sz="1350" b="0">
                <a:solidFill>
                  <a:srgbClr val="F7FAFC"/>
                </a:solidFill>
              </a:defRPr>
            </a:lvl5pPr>
            <a:lvl6pPr>
              <a:defRPr sz="1350" b="0">
                <a:solidFill>
                  <a:srgbClr val="F7FAFC"/>
                </a:solidFill>
              </a:defRPr>
            </a:lvl6pPr>
            <a:lvl7pPr>
              <a:defRPr sz="1350" b="0">
                <a:solidFill>
                  <a:srgbClr val="F7FAFC"/>
                </a:solidFill>
              </a:defRPr>
            </a:lvl7pPr>
            <a:lvl8pPr>
              <a:defRPr sz="1350" b="0">
                <a:solidFill>
                  <a:srgbClr val="F7FAFC"/>
                </a:solidFill>
              </a:defRPr>
            </a:lvl8pPr>
            <a:lvl9pPr>
              <a:defRPr sz="1350" b="0">
                <a:solidFill>
                  <a:srgbClr val="F7FAFC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F7FAFC"/>
                </a:solidFill>
              </a:defRPr>
            </a:pPr>
            <a:r>
              <a:rPr sz="1350" b="0">
                <a:solidFill>
                  <a:srgbClr val="F7FAFC"/>
                </a:solidFill>
              </a:rPr>
              <a:t>風險判斷與核准仍由人負責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0D55E1-B0BB-4C27-B1FA-AC4007173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721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  <a:lvl1pPr>
              <a:defRPr sz="1725" b="1">
                <a:solidFill>
                  <a:srgbClr val="FFFFFF"/>
                </a:solidFill>
              </a:defRPr>
            </a:lvl1pPr>
            <a:lvl2pPr>
              <a:defRPr sz="1725" b="1">
                <a:solidFill>
                  <a:srgbClr val="FFFFFF"/>
                </a:solidFill>
              </a:defRPr>
            </a:lvl2pPr>
            <a:lvl3pPr>
              <a:defRPr sz="1725" b="1">
                <a:solidFill>
                  <a:srgbClr val="FFFFFF"/>
                </a:solidFill>
              </a:defRPr>
            </a:lvl3pPr>
            <a:lvl4pPr>
              <a:defRPr sz="1725" b="1">
                <a:solidFill>
                  <a:srgbClr val="FFFFFF"/>
                </a:solidFill>
              </a:defRPr>
            </a:lvl4pPr>
            <a:lvl5pPr>
              <a:defRPr sz="1725" b="1">
                <a:solidFill>
                  <a:srgbClr val="FFFFFF"/>
                </a:solidFill>
              </a:defRPr>
            </a:lvl5pPr>
            <a:lvl6pPr>
              <a:defRPr sz="1725" b="1">
                <a:solidFill>
                  <a:srgbClr val="FFFFFF"/>
                </a:solidFill>
              </a:defRPr>
            </a:lvl6pPr>
            <a:lvl7pPr>
              <a:defRPr sz="1725" b="1">
                <a:solidFill>
                  <a:srgbClr val="FFFFFF"/>
                </a:solidFill>
              </a:defRPr>
            </a:lvl7pPr>
            <a:lvl8pPr>
              <a:defRPr sz="1725" b="1">
                <a:solidFill>
                  <a:srgbClr val="FFFFFF"/>
                </a:solidFill>
              </a:defRPr>
            </a:lvl8pPr>
            <a:lvl9pPr>
              <a:defRPr sz="17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下一步：完成 M365 Chat 實測與三組以上配對量測，再回填真實成效。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A28243-F157-44CA-8888-77807590C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21030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F7FAFC"/>
                </a:solidFill>
              </a:defRPr>
            </a:defPPr>
            <a:lvl1pPr>
              <a:defRPr sz="1050" b="0">
                <a:solidFill>
                  <a:srgbClr val="F7FAFC"/>
                </a:solidFill>
              </a:defRPr>
            </a:lvl1pPr>
            <a:lvl2pPr>
              <a:defRPr sz="1050" b="0">
                <a:solidFill>
                  <a:srgbClr val="F7FAFC"/>
                </a:solidFill>
              </a:defRPr>
            </a:lvl2pPr>
            <a:lvl3pPr>
              <a:defRPr sz="1050" b="0">
                <a:solidFill>
                  <a:srgbClr val="F7FAFC"/>
                </a:solidFill>
              </a:defRPr>
            </a:lvl3pPr>
            <a:lvl4pPr>
              <a:defRPr sz="1050" b="0">
                <a:solidFill>
                  <a:srgbClr val="F7FAFC"/>
                </a:solidFill>
              </a:defRPr>
            </a:lvl4pPr>
            <a:lvl5pPr>
              <a:defRPr sz="1050" b="0">
                <a:solidFill>
                  <a:srgbClr val="F7FAFC"/>
                </a:solidFill>
              </a:defRPr>
            </a:lvl5pPr>
            <a:lvl6pPr>
              <a:defRPr sz="1050" b="0">
                <a:solidFill>
                  <a:srgbClr val="F7FAFC"/>
                </a:solidFill>
              </a:defRPr>
            </a:lvl6pPr>
            <a:lvl7pPr>
              <a:defRPr sz="1050" b="0">
                <a:solidFill>
                  <a:srgbClr val="F7FAFC"/>
                </a:solidFill>
              </a:defRPr>
            </a:lvl7pPr>
            <a:lvl8pPr>
              <a:defRPr sz="1050" b="0">
                <a:solidFill>
                  <a:srgbClr val="F7FAFC"/>
                </a:solidFill>
              </a:defRPr>
            </a:lvl8pPr>
            <a:lvl9pPr>
              <a:defRPr sz="1050" b="0">
                <a:solidFill>
                  <a:srgbClr val="F7FAFC"/>
                </a:solidFill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F7FAFC"/>
                </a:solidFill>
              </a:defRPr>
            </a:pPr>
            <a:r>
              <a:rPr sz="1050" b="0">
                <a:solidFill>
                  <a:srgbClr val="F7FAFC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49279507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2026-10-23T02:43:28.3760000Z</dcterms:created>
  <dcterms:modified xsi:type="dcterms:W3CDTF">2026-10-23T02:43:28.3760000Z</dcterms:modified>
</coreProperties>
</file>